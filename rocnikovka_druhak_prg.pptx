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A61A6-D799-CEE6-2DC5-44783F7979E7}" v="344" dt="2026-06-10T18:51:17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za Cenigová" userId="S::61789cenigova@student.sstebrno.cz::21fa614e-930c-426b-97c5-da7bf9a24a04" providerId="AD" clId="Web-{B28C77B0-058D-4738-EACE-6649ECFDA04C}"/>
    <pc:docChg chg="addSld modSld">
      <pc:chgData name="Tereza Cenigová" userId="S::61789cenigova@student.sstebrno.cz::21fa614e-930c-426b-97c5-da7bf9a24a04" providerId="AD" clId="Web-{B28C77B0-058D-4738-EACE-6649ECFDA04C}" dt="2026-06-07T14:06:26.390" v="119" actId="20577"/>
      <pc:docMkLst>
        <pc:docMk/>
      </pc:docMkLst>
      <pc:sldChg chg="modSp">
        <pc:chgData name="Tereza Cenigová" userId="S::61789cenigova@student.sstebrno.cz::21fa614e-930c-426b-97c5-da7bf9a24a04" providerId="AD" clId="Web-{B28C77B0-058D-4738-EACE-6649ECFDA04C}" dt="2026-06-07T13:43:45.401" v="18" actId="20577"/>
        <pc:sldMkLst>
          <pc:docMk/>
          <pc:sldMk cId="109857222" sldId="256"/>
        </pc:sldMkLst>
        <pc:spChg chg="mod">
          <ac:chgData name="Tereza Cenigová" userId="S::61789cenigova@student.sstebrno.cz::21fa614e-930c-426b-97c5-da7bf9a24a04" providerId="AD" clId="Web-{B28C77B0-058D-4738-EACE-6649ECFDA04C}" dt="2026-06-07T13:43:45.401" v="18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Tereza Cenigová" userId="S::61789cenigova@student.sstebrno.cz::21fa614e-930c-426b-97c5-da7bf9a24a04" providerId="AD" clId="Web-{B28C77B0-058D-4738-EACE-6649ECFDA04C}" dt="2026-06-07T14:05:34.294" v="86" actId="20577"/>
        <pc:sldMkLst>
          <pc:docMk/>
          <pc:sldMk cId="642125712" sldId="257"/>
        </pc:sldMkLst>
        <pc:spChg chg="mod">
          <ac:chgData name="Tereza Cenigová" userId="S::61789cenigova@student.sstebrno.cz::21fa614e-930c-426b-97c5-da7bf9a24a04" providerId="AD" clId="Web-{B28C77B0-058D-4738-EACE-6649ECFDA04C}" dt="2026-06-07T13:43:58.307" v="23" actId="20577"/>
          <ac:spMkLst>
            <pc:docMk/>
            <pc:sldMk cId="642125712" sldId="257"/>
            <ac:spMk id="2" creationId="{F69A4C0E-EC30-BC10-3A1D-56DD4BC13F51}"/>
          </ac:spMkLst>
        </pc:spChg>
        <pc:spChg chg="mod">
          <ac:chgData name="Tereza Cenigová" userId="S::61789cenigova@student.sstebrno.cz::21fa614e-930c-426b-97c5-da7bf9a24a04" providerId="AD" clId="Web-{B28C77B0-058D-4738-EACE-6649ECFDA04C}" dt="2026-06-07T14:05:34.294" v="86" actId="20577"/>
          <ac:spMkLst>
            <pc:docMk/>
            <pc:sldMk cId="642125712" sldId="257"/>
            <ac:spMk id="3" creationId="{FC9D7B2D-542F-F7EC-017B-65F1D121F4D1}"/>
          </ac:spMkLst>
        </pc:spChg>
      </pc:sldChg>
      <pc:sldChg chg="modSp new">
        <pc:chgData name="Tereza Cenigová" userId="S::61789cenigova@student.sstebrno.cz::21fa614e-930c-426b-97c5-da7bf9a24a04" providerId="AD" clId="Web-{B28C77B0-058D-4738-EACE-6649ECFDA04C}" dt="2026-06-07T14:05:54.061" v="98" actId="20577"/>
        <pc:sldMkLst>
          <pc:docMk/>
          <pc:sldMk cId="400449287" sldId="258"/>
        </pc:sldMkLst>
        <pc:spChg chg="mod">
          <ac:chgData name="Tereza Cenigová" userId="S::61789cenigova@student.sstebrno.cz::21fa614e-930c-426b-97c5-da7bf9a24a04" providerId="AD" clId="Web-{B28C77B0-058D-4738-EACE-6649ECFDA04C}" dt="2026-06-07T13:44:29.012" v="39" actId="20577"/>
          <ac:spMkLst>
            <pc:docMk/>
            <pc:sldMk cId="400449287" sldId="258"/>
            <ac:spMk id="2" creationId="{DB5630BB-47C6-CEB4-41E0-9EAEF4D4040D}"/>
          </ac:spMkLst>
        </pc:spChg>
        <pc:spChg chg="mod">
          <ac:chgData name="Tereza Cenigová" userId="S::61789cenigova@student.sstebrno.cz::21fa614e-930c-426b-97c5-da7bf9a24a04" providerId="AD" clId="Web-{B28C77B0-058D-4738-EACE-6649ECFDA04C}" dt="2026-06-07T14:05:54.061" v="98" actId="20577"/>
          <ac:spMkLst>
            <pc:docMk/>
            <pc:sldMk cId="400449287" sldId="258"/>
            <ac:spMk id="3" creationId="{3C3147B1-3566-EF50-B6C9-09C77B09E1AE}"/>
          </ac:spMkLst>
        </pc:spChg>
      </pc:sldChg>
      <pc:sldChg chg="modSp new">
        <pc:chgData name="Tereza Cenigová" userId="S::61789cenigova@student.sstebrno.cz::21fa614e-930c-426b-97c5-da7bf9a24a04" providerId="AD" clId="Web-{B28C77B0-058D-4738-EACE-6649ECFDA04C}" dt="2026-06-07T14:05:59.217" v="102" actId="20577"/>
        <pc:sldMkLst>
          <pc:docMk/>
          <pc:sldMk cId="3818266570" sldId="259"/>
        </pc:sldMkLst>
        <pc:spChg chg="mod">
          <ac:chgData name="Tereza Cenigová" userId="S::61789cenigova@student.sstebrno.cz::21fa614e-930c-426b-97c5-da7bf9a24a04" providerId="AD" clId="Web-{B28C77B0-058D-4738-EACE-6649ECFDA04C}" dt="2026-06-07T13:44:38.106" v="49" actId="20577"/>
          <ac:spMkLst>
            <pc:docMk/>
            <pc:sldMk cId="3818266570" sldId="259"/>
            <ac:spMk id="2" creationId="{0ED88611-DF1A-E9F6-B142-671DF95ACEDC}"/>
          </ac:spMkLst>
        </pc:spChg>
        <pc:spChg chg="mod">
          <ac:chgData name="Tereza Cenigová" userId="S::61789cenigova@student.sstebrno.cz::21fa614e-930c-426b-97c5-da7bf9a24a04" providerId="AD" clId="Web-{B28C77B0-058D-4738-EACE-6649ECFDA04C}" dt="2026-06-07T14:05:59.217" v="102" actId="20577"/>
          <ac:spMkLst>
            <pc:docMk/>
            <pc:sldMk cId="3818266570" sldId="259"/>
            <ac:spMk id="3" creationId="{D32F1FD1-A466-A01C-87AD-1AD71B838112}"/>
          </ac:spMkLst>
        </pc:spChg>
      </pc:sldChg>
      <pc:sldChg chg="modSp new">
        <pc:chgData name="Tereza Cenigová" userId="S::61789cenigova@student.sstebrno.cz::21fa614e-930c-426b-97c5-da7bf9a24a04" providerId="AD" clId="Web-{B28C77B0-058D-4738-EACE-6649ECFDA04C}" dt="2026-06-07T14:06:12.608" v="112" actId="20577"/>
        <pc:sldMkLst>
          <pc:docMk/>
          <pc:sldMk cId="2364615821" sldId="260"/>
        </pc:sldMkLst>
        <pc:spChg chg="mod">
          <ac:chgData name="Tereza Cenigová" userId="S::61789cenigova@student.sstebrno.cz::21fa614e-930c-426b-97c5-da7bf9a24a04" providerId="AD" clId="Web-{B28C77B0-058D-4738-EACE-6649ECFDA04C}" dt="2026-06-07T13:44:51.841" v="60" actId="20577"/>
          <ac:spMkLst>
            <pc:docMk/>
            <pc:sldMk cId="2364615821" sldId="260"/>
            <ac:spMk id="2" creationId="{49EBD84E-BD6F-DDD3-B90C-4D0DEE88C828}"/>
          </ac:spMkLst>
        </pc:spChg>
        <pc:spChg chg="mod">
          <ac:chgData name="Tereza Cenigová" userId="S::61789cenigova@student.sstebrno.cz::21fa614e-930c-426b-97c5-da7bf9a24a04" providerId="AD" clId="Web-{B28C77B0-058D-4738-EACE-6649ECFDA04C}" dt="2026-06-07T14:06:12.608" v="112" actId="20577"/>
          <ac:spMkLst>
            <pc:docMk/>
            <pc:sldMk cId="2364615821" sldId="260"/>
            <ac:spMk id="3" creationId="{94F92249-A55C-7E23-294A-CC80DECD21D7}"/>
          </ac:spMkLst>
        </pc:spChg>
      </pc:sldChg>
      <pc:sldChg chg="modSp new">
        <pc:chgData name="Tereza Cenigová" userId="S::61789cenigova@student.sstebrno.cz::21fa614e-930c-426b-97c5-da7bf9a24a04" providerId="AD" clId="Web-{B28C77B0-058D-4738-EACE-6649ECFDA04C}" dt="2026-06-07T14:06:26.390" v="119" actId="20577"/>
        <pc:sldMkLst>
          <pc:docMk/>
          <pc:sldMk cId="2718379349" sldId="261"/>
        </pc:sldMkLst>
        <pc:spChg chg="mod">
          <ac:chgData name="Tereza Cenigová" userId="S::61789cenigova@student.sstebrno.cz::21fa614e-930c-426b-97c5-da7bf9a24a04" providerId="AD" clId="Web-{B28C77B0-058D-4738-EACE-6649ECFDA04C}" dt="2026-06-07T13:45:00.982" v="75" actId="20577"/>
          <ac:spMkLst>
            <pc:docMk/>
            <pc:sldMk cId="2718379349" sldId="261"/>
            <ac:spMk id="2" creationId="{CE9D8974-0FB8-D576-1D5E-3D66A2FF7C4A}"/>
          </ac:spMkLst>
        </pc:spChg>
        <pc:spChg chg="mod">
          <ac:chgData name="Tereza Cenigová" userId="S::61789cenigova@student.sstebrno.cz::21fa614e-930c-426b-97c5-da7bf9a24a04" providerId="AD" clId="Web-{B28C77B0-058D-4738-EACE-6649ECFDA04C}" dt="2026-06-07T14:06:26.390" v="119" actId="20577"/>
          <ac:spMkLst>
            <pc:docMk/>
            <pc:sldMk cId="2718379349" sldId="261"/>
            <ac:spMk id="3" creationId="{BD148DAF-5871-AC8E-6342-B52443AA9152}"/>
          </ac:spMkLst>
        </pc:spChg>
      </pc:sldChg>
      <pc:sldChg chg="modSp new">
        <pc:chgData name="Tereza Cenigová" userId="S::61789cenigova@student.sstebrno.cz::21fa614e-930c-426b-97c5-da7bf9a24a04" providerId="AD" clId="Web-{B28C77B0-058D-4738-EACE-6649ECFDA04C}" dt="2026-06-07T13:45:12.404" v="79" actId="20577"/>
        <pc:sldMkLst>
          <pc:docMk/>
          <pc:sldMk cId="4009029679" sldId="262"/>
        </pc:sldMkLst>
        <pc:spChg chg="mod">
          <ac:chgData name="Tereza Cenigová" userId="S::61789cenigova@student.sstebrno.cz::21fa614e-930c-426b-97c5-da7bf9a24a04" providerId="AD" clId="Web-{B28C77B0-058D-4738-EACE-6649ECFDA04C}" dt="2026-06-07T13:45:12.404" v="79" actId="20577"/>
          <ac:spMkLst>
            <pc:docMk/>
            <pc:sldMk cId="4009029679" sldId="262"/>
            <ac:spMk id="2" creationId="{C4BB1E32-127C-8BBD-3BB2-2FB4BFB050EF}"/>
          </ac:spMkLst>
        </pc:spChg>
      </pc:sldChg>
    </pc:docChg>
  </pc:docChgLst>
  <pc:docChgLst>
    <pc:chgData name="Tereza Cenigová" userId="S::61789cenigova@student.sstebrno.cz::21fa614e-930c-426b-97c5-da7bf9a24a04" providerId="AD" clId="Web-{DF0A61A6-D799-CEE6-2DC5-44783F7979E7}"/>
    <pc:docChg chg="addSld modSld">
      <pc:chgData name="Tereza Cenigová" userId="S::61789cenigova@student.sstebrno.cz::21fa614e-930c-426b-97c5-da7bf9a24a04" providerId="AD" clId="Web-{DF0A61A6-D799-CEE6-2DC5-44783F7979E7}" dt="2026-06-10T18:51:17.690" v="350" actId="1076"/>
      <pc:docMkLst>
        <pc:docMk/>
      </pc:docMkLst>
      <pc:sldChg chg="addSp delSp modSp mod setBg">
        <pc:chgData name="Tereza Cenigová" userId="S::61789cenigova@student.sstebrno.cz::21fa614e-930c-426b-97c5-da7bf9a24a04" providerId="AD" clId="Web-{DF0A61A6-D799-CEE6-2DC5-44783F7979E7}" dt="2026-06-10T18:27:17.683" v="309"/>
        <pc:sldMkLst>
          <pc:docMk/>
          <pc:sldMk cId="109857222" sldId="256"/>
        </pc:sldMkLst>
        <pc:spChg chg="del mod">
          <ac:chgData name="Tereza Cenigová" userId="S::61789cenigova@student.sstebrno.cz::21fa614e-930c-426b-97c5-da7bf9a24a04" providerId="AD" clId="Web-{DF0A61A6-D799-CEE6-2DC5-44783F7979E7}" dt="2026-06-10T18:27:11.027" v="30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ereza Cenigová" userId="S::61789cenigova@student.sstebrno.cz::21fa614e-930c-426b-97c5-da7bf9a24a04" providerId="AD" clId="Web-{DF0A61A6-D799-CEE6-2DC5-44783F7979E7}" dt="2026-06-10T18:27:17.683" v="309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26:21.541" v="297"/>
          <ac:spMkLst>
            <pc:docMk/>
            <pc:sldMk cId="109857222" sldId="256"/>
            <ac:spMk id="6" creationId="{0E91F5CA-B392-444C-88E3-BF5BAAEBDEB0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26:21.541" v="297"/>
          <ac:spMkLst>
            <pc:docMk/>
            <pc:sldMk cId="109857222" sldId="256"/>
            <ac:spMk id="7" creationId="{0459807F-B6FA-44D3-9A53-C55B6B56884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27:17.683" v="309"/>
          <ac:spMkLst>
            <pc:docMk/>
            <pc:sldMk cId="109857222" sldId="256"/>
            <ac:spMk id="8" creationId="{0E91F5CA-B392-444C-88E3-BF5BAAEBDEB0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26:11.744" v="293"/>
          <ac:spMkLst>
            <pc:docMk/>
            <pc:sldMk cId="109857222" sldId="256"/>
            <ac:spMk id="9" creationId="{0E91F5CA-B392-444C-88E3-BF5BAAEBDEB0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26:59.698" v="304"/>
          <ac:spMkLst>
            <pc:docMk/>
            <pc:sldMk cId="109857222" sldId="256"/>
            <ac:spMk id="10" creationId="{0E91F5CA-B392-444C-88E3-BF5BAAEBDEB0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26:11.744" v="293"/>
          <ac:spMkLst>
            <pc:docMk/>
            <pc:sldMk cId="109857222" sldId="256"/>
            <ac:spMk id="11" creationId="{0459807F-B6FA-44D3-9A53-C55B6B56884A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26:59.698" v="304"/>
          <ac:spMkLst>
            <pc:docMk/>
            <pc:sldMk cId="109857222" sldId="256"/>
            <ac:spMk id="12" creationId="{0459807F-B6FA-44D3-9A53-C55B6B56884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27:17.683" v="309"/>
          <ac:spMkLst>
            <pc:docMk/>
            <pc:sldMk cId="109857222" sldId="256"/>
            <ac:spMk id="13" creationId="{0459807F-B6FA-44D3-9A53-C55B6B56884A}"/>
          </ac:spMkLst>
        </pc:spChg>
        <pc:picChg chg="add del mod">
          <ac:chgData name="Tereza Cenigová" userId="S::61789cenigova@student.sstebrno.cz::21fa614e-930c-426b-97c5-da7bf9a24a04" providerId="AD" clId="Web-{DF0A61A6-D799-CEE6-2DC5-44783F7979E7}" dt="2026-06-10T18:26:23.697" v="298"/>
          <ac:picMkLst>
            <pc:docMk/>
            <pc:sldMk cId="109857222" sldId="256"/>
            <ac:picMk id="4" creationId="{FC3296ED-314A-8392-2D96-1F025410878A}"/>
          </ac:picMkLst>
        </pc:picChg>
        <pc:picChg chg="add mod">
          <ac:chgData name="Tereza Cenigová" userId="S::61789cenigova@student.sstebrno.cz::21fa614e-930c-426b-97c5-da7bf9a24a04" providerId="AD" clId="Web-{DF0A61A6-D799-CEE6-2DC5-44783F7979E7}" dt="2026-06-10T18:27:17.683" v="309"/>
          <ac:picMkLst>
            <pc:docMk/>
            <pc:sldMk cId="109857222" sldId="256"/>
            <ac:picMk id="5" creationId="{A950CD44-79DC-8CEC-BEE2-3C07DCBF1D78}"/>
          </ac:picMkLst>
        </pc:picChg>
      </pc:sldChg>
      <pc:sldChg chg="addSp delSp modSp mod setBg">
        <pc:chgData name="Tereza Cenigová" userId="S::61789cenigova@student.sstebrno.cz::21fa614e-930c-426b-97c5-da7bf9a24a04" providerId="AD" clId="Web-{DF0A61A6-D799-CEE6-2DC5-44783F7979E7}" dt="2026-06-10T18:34:37.103" v="324"/>
        <pc:sldMkLst>
          <pc:docMk/>
          <pc:sldMk cId="642125712" sldId="257"/>
        </pc:sldMkLst>
        <pc:spChg chg="mod">
          <ac:chgData name="Tereza Cenigová" userId="S::61789cenigova@student.sstebrno.cz::21fa614e-930c-426b-97c5-da7bf9a24a04" providerId="AD" clId="Web-{DF0A61A6-D799-CEE6-2DC5-44783F7979E7}" dt="2026-06-10T18:34:37.103" v="324"/>
          <ac:spMkLst>
            <pc:docMk/>
            <pc:sldMk cId="642125712" sldId="257"/>
            <ac:spMk id="2" creationId="{F69A4C0E-EC30-BC10-3A1D-56DD4BC13F51}"/>
          </ac:spMkLst>
        </pc:spChg>
        <pc:spChg chg="mod ord">
          <ac:chgData name="Tereza Cenigová" userId="S::61789cenigova@student.sstebrno.cz::21fa614e-930c-426b-97c5-da7bf9a24a04" providerId="AD" clId="Web-{DF0A61A6-D799-CEE6-2DC5-44783F7979E7}" dt="2026-06-10T18:34:37.103" v="324"/>
          <ac:spMkLst>
            <pc:docMk/>
            <pc:sldMk cId="642125712" sldId="257"/>
            <ac:spMk id="3" creationId="{FC9D7B2D-542F-F7EC-017B-65F1D121F4D1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3:21.523" v="321"/>
          <ac:spMkLst>
            <pc:docMk/>
            <pc:sldMk cId="642125712" sldId="257"/>
            <ac:spMk id="9" creationId="{04812C46-200A-4DEB-A05E-3ED6C68C2387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3:21.523" v="321"/>
          <ac:spMkLst>
            <pc:docMk/>
            <pc:sldMk cId="642125712" sldId="257"/>
            <ac:spMk id="11" creationId="{D1EA859B-E555-4109-94F3-6700E046E008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4:15.556" v="323"/>
          <ac:spMkLst>
            <pc:docMk/>
            <pc:sldMk cId="642125712" sldId="257"/>
            <ac:spMk id="16" creationId="{C0763A76-9F1C-4FC5-82B7-DD475DA461B2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4:15.556" v="323"/>
          <ac:spMkLst>
            <pc:docMk/>
            <pc:sldMk cId="642125712" sldId="257"/>
            <ac:spMk id="18" creationId="{E81BF4F6-F2CF-4984-9D14-D6966D92F99F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4:37.103" v="324"/>
          <ac:spMkLst>
            <pc:docMk/>
            <pc:sldMk cId="642125712" sldId="257"/>
            <ac:spMk id="23" creationId="{23E547B5-89CF-4EC0-96DE-25771AED0799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4:37.103" v="324"/>
          <ac:spMkLst>
            <pc:docMk/>
            <pc:sldMk cId="642125712" sldId="257"/>
            <ac:spMk id="25" creationId="{3F0B8CEB-8279-4E5E-A0CE-1FC9F71736F2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4:37.103" v="324"/>
          <ac:spMkLst>
            <pc:docMk/>
            <pc:sldMk cId="642125712" sldId="257"/>
            <ac:spMk id="30" creationId="{9F79630B-0F0B-446E-A637-38FA8F61D10E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4:37.103" v="324"/>
          <ac:spMkLst>
            <pc:docMk/>
            <pc:sldMk cId="642125712" sldId="257"/>
            <ac:spMk id="32" creationId="{B3437C99-FC8E-4311-B48A-F0C4C329B154}"/>
          </ac:spMkLst>
        </pc:spChg>
        <pc:picChg chg="add mod ord">
          <ac:chgData name="Tereza Cenigová" userId="S::61789cenigova@student.sstebrno.cz::21fa614e-930c-426b-97c5-da7bf9a24a04" providerId="AD" clId="Web-{DF0A61A6-D799-CEE6-2DC5-44783F7979E7}" dt="2026-06-10T18:34:37.103" v="324"/>
          <ac:picMkLst>
            <pc:docMk/>
            <pc:sldMk cId="642125712" sldId="257"/>
            <ac:picMk id="4" creationId="{F765F339-35C8-BDA7-4A90-0622EDA70FAA}"/>
          </ac:picMkLst>
        </pc:picChg>
      </pc:sldChg>
      <pc:sldChg chg="addSp modSp mod setBg">
        <pc:chgData name="Tereza Cenigová" userId="S::61789cenigova@student.sstebrno.cz::21fa614e-930c-426b-97c5-da7bf9a24a04" providerId="AD" clId="Web-{DF0A61A6-D799-CEE6-2DC5-44783F7979E7}" dt="2026-06-10T18:33:40.148" v="322"/>
        <pc:sldMkLst>
          <pc:docMk/>
          <pc:sldMk cId="400449287" sldId="258"/>
        </pc:sldMkLst>
        <pc:spChg chg="mod">
          <ac:chgData name="Tereza Cenigová" userId="S::61789cenigova@student.sstebrno.cz::21fa614e-930c-426b-97c5-da7bf9a24a04" providerId="AD" clId="Web-{DF0A61A6-D799-CEE6-2DC5-44783F7979E7}" dt="2026-06-10T18:33:40.148" v="322"/>
          <ac:spMkLst>
            <pc:docMk/>
            <pc:sldMk cId="400449287" sldId="258"/>
            <ac:spMk id="2" creationId="{DB5630BB-47C6-CEB4-41E0-9EAEF4D4040D}"/>
          </ac:spMkLst>
        </pc:spChg>
        <pc:spChg chg="mod ord">
          <ac:chgData name="Tereza Cenigová" userId="S::61789cenigova@student.sstebrno.cz::21fa614e-930c-426b-97c5-da7bf9a24a04" providerId="AD" clId="Web-{DF0A61A6-D799-CEE6-2DC5-44783F7979E7}" dt="2026-06-10T18:33:40.148" v="322"/>
          <ac:spMkLst>
            <pc:docMk/>
            <pc:sldMk cId="400449287" sldId="258"/>
            <ac:spMk id="3" creationId="{3C3147B1-3566-EF50-B6C9-09C77B09E1AE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3:40.148" v="322"/>
          <ac:spMkLst>
            <pc:docMk/>
            <pc:sldMk cId="400449287" sldId="258"/>
            <ac:spMk id="9" creationId="{637B2035-1FCB-439A-B421-095E136C7E07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3:40.148" v="322"/>
          <ac:spMkLst>
            <pc:docMk/>
            <pc:sldMk cId="400449287" sldId="258"/>
            <ac:spMk id="11" creationId="{B39A1F5A-E57E-4178-8F57-A18DC747E5E1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3:40.148" v="322"/>
          <ac:spMkLst>
            <pc:docMk/>
            <pc:sldMk cId="400449287" sldId="258"/>
            <ac:spMk id="13" creationId="{CF93DC6C-1BFD-4414-BF23-471C8831CA04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3:40.148" v="322"/>
          <ac:spMkLst>
            <pc:docMk/>
            <pc:sldMk cId="400449287" sldId="258"/>
            <ac:spMk id="15" creationId="{001928A5-13A8-4372-8A77-BCAAE5553E6F}"/>
          </ac:spMkLst>
        </pc:spChg>
        <pc:picChg chg="add mod">
          <ac:chgData name="Tereza Cenigová" userId="S::61789cenigova@student.sstebrno.cz::21fa614e-930c-426b-97c5-da7bf9a24a04" providerId="AD" clId="Web-{DF0A61A6-D799-CEE6-2DC5-44783F7979E7}" dt="2026-06-10T18:33:40.148" v="322"/>
          <ac:picMkLst>
            <pc:docMk/>
            <pc:sldMk cId="400449287" sldId="258"/>
            <ac:picMk id="4" creationId="{536E792E-EA2A-D3F4-177C-A4818C77B480}"/>
          </ac:picMkLst>
        </pc:picChg>
      </pc:sldChg>
      <pc:sldChg chg="addSp delSp modSp mod setBg">
        <pc:chgData name="Tereza Cenigová" userId="S::61789cenigova@student.sstebrno.cz::21fa614e-930c-426b-97c5-da7bf9a24a04" providerId="AD" clId="Web-{DF0A61A6-D799-CEE6-2DC5-44783F7979E7}" dt="2026-06-10T18:36:04.044" v="331"/>
        <pc:sldMkLst>
          <pc:docMk/>
          <pc:sldMk cId="3818266570" sldId="259"/>
        </pc:sldMkLst>
        <pc:spChg chg="mod">
          <ac:chgData name="Tereza Cenigová" userId="S::61789cenigova@student.sstebrno.cz::21fa614e-930c-426b-97c5-da7bf9a24a04" providerId="AD" clId="Web-{DF0A61A6-D799-CEE6-2DC5-44783F7979E7}" dt="2026-06-10T18:36:04.044" v="331"/>
          <ac:spMkLst>
            <pc:docMk/>
            <pc:sldMk cId="3818266570" sldId="259"/>
            <ac:spMk id="2" creationId="{0ED88611-DF1A-E9F6-B142-671DF95ACEDC}"/>
          </ac:spMkLst>
        </pc:spChg>
        <pc:spChg chg="mod">
          <ac:chgData name="Tereza Cenigová" userId="S::61789cenigova@student.sstebrno.cz::21fa614e-930c-426b-97c5-da7bf9a24a04" providerId="AD" clId="Web-{DF0A61A6-D799-CEE6-2DC5-44783F7979E7}" dt="2026-06-10T18:36:04.044" v="331"/>
          <ac:spMkLst>
            <pc:docMk/>
            <pc:sldMk cId="3818266570" sldId="259"/>
            <ac:spMk id="3" creationId="{D32F1FD1-A466-A01C-87AD-1AD71B838112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5:55.450" v="328"/>
          <ac:spMkLst>
            <pc:docMk/>
            <pc:sldMk cId="3818266570" sldId="259"/>
            <ac:spMk id="9" creationId="{0E3596DD-156A-473E-9BB3-C6A29F7574E9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5:55.450" v="328"/>
          <ac:spMkLst>
            <pc:docMk/>
            <pc:sldMk cId="3818266570" sldId="259"/>
            <ac:spMk id="11" creationId="{2C46C4D6-C474-4E92-B52E-944C1118F7B6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6:04.012" v="330"/>
          <ac:spMkLst>
            <pc:docMk/>
            <pc:sldMk cId="3818266570" sldId="259"/>
            <ac:spMk id="13" creationId="{F821940F-7A1D-4ACC-85B4-A932898ABB37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6:04.012" v="330"/>
          <ac:spMkLst>
            <pc:docMk/>
            <pc:sldMk cId="3818266570" sldId="259"/>
            <ac:spMk id="14" creationId="{16674508-81D3-48CF-96BF-7FC60EAA572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6:04.044" v="331"/>
          <ac:spMkLst>
            <pc:docMk/>
            <pc:sldMk cId="3818266570" sldId="259"/>
            <ac:spMk id="15" creationId="{A0895C2A-D37E-4F06-AE58-CC875F83C4D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6:04.044" v="331"/>
          <ac:spMkLst>
            <pc:docMk/>
            <pc:sldMk cId="3818266570" sldId="259"/>
            <ac:spMk id="16" creationId="{8B3A2D1A-45FC-4F95-B150-1C13EF2F6D09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6:04.044" v="331"/>
          <ac:spMkLst>
            <pc:docMk/>
            <pc:sldMk cId="3818266570" sldId="259"/>
            <ac:spMk id="17" creationId="{5C27D684-2832-41BD-AC29-838243B8039B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6:04.044" v="331"/>
          <ac:spMkLst>
            <pc:docMk/>
            <pc:sldMk cId="3818266570" sldId="259"/>
            <ac:spMk id="18" creationId="{5ABDA325-4B50-4FFB-81B9-95576831FB06}"/>
          </ac:spMkLst>
        </pc:spChg>
        <pc:picChg chg="add mod">
          <ac:chgData name="Tereza Cenigová" userId="S::61789cenigova@student.sstebrno.cz::21fa614e-930c-426b-97c5-da7bf9a24a04" providerId="AD" clId="Web-{DF0A61A6-D799-CEE6-2DC5-44783F7979E7}" dt="2026-06-10T18:36:04.044" v="331"/>
          <ac:picMkLst>
            <pc:docMk/>
            <pc:sldMk cId="3818266570" sldId="259"/>
            <ac:picMk id="4" creationId="{341CE010-0ED4-3632-C50F-32BB3EC440E6}"/>
          </ac:picMkLst>
        </pc:picChg>
      </pc:sldChg>
      <pc:sldChg chg="addSp delSp modSp mod setBg">
        <pc:chgData name="Tereza Cenigová" userId="S::61789cenigova@student.sstebrno.cz::21fa614e-930c-426b-97c5-da7bf9a24a04" providerId="AD" clId="Web-{DF0A61A6-D799-CEE6-2DC5-44783F7979E7}" dt="2026-06-10T18:37:39.187" v="337" actId="1076"/>
        <pc:sldMkLst>
          <pc:docMk/>
          <pc:sldMk cId="2364615821" sldId="260"/>
        </pc:sldMkLst>
        <pc:spChg chg="mod">
          <ac:chgData name="Tereza Cenigová" userId="S::61789cenigova@student.sstebrno.cz::21fa614e-930c-426b-97c5-da7bf9a24a04" providerId="AD" clId="Web-{DF0A61A6-D799-CEE6-2DC5-44783F7979E7}" dt="2026-06-10T18:37:31.765" v="335"/>
          <ac:spMkLst>
            <pc:docMk/>
            <pc:sldMk cId="2364615821" sldId="260"/>
            <ac:spMk id="2" creationId="{49EBD84E-BD6F-DDD3-B90C-4D0DEE88C828}"/>
          </ac:spMkLst>
        </pc:spChg>
        <pc:spChg chg="mod">
          <ac:chgData name="Tereza Cenigová" userId="S::61789cenigova@student.sstebrno.cz::21fa614e-930c-426b-97c5-da7bf9a24a04" providerId="AD" clId="Web-{DF0A61A6-D799-CEE6-2DC5-44783F7979E7}" dt="2026-06-10T18:37:31.765" v="335"/>
          <ac:spMkLst>
            <pc:docMk/>
            <pc:sldMk cId="2364615821" sldId="260"/>
            <ac:spMk id="3" creationId="{94F92249-A55C-7E23-294A-CC80DECD21D7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7:31.687" v="334"/>
          <ac:spMkLst>
            <pc:docMk/>
            <pc:sldMk cId="2364615821" sldId="260"/>
            <ac:spMk id="9" creationId="{8B3A2D1A-45FC-4F95-B150-1C13EF2F6D09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7:31.687" v="334"/>
          <ac:spMkLst>
            <pc:docMk/>
            <pc:sldMk cId="2364615821" sldId="260"/>
            <ac:spMk id="11" creationId="{5C27D684-2832-41BD-AC29-838243B8039B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7:31.687" v="334"/>
          <ac:spMkLst>
            <pc:docMk/>
            <pc:sldMk cId="2364615821" sldId="260"/>
            <ac:spMk id="13" creationId="{5ABDA325-4B50-4FFB-81B9-95576831FB06}"/>
          </ac:spMkLst>
        </pc:spChg>
        <pc:spChg chg="add del">
          <ac:chgData name="Tereza Cenigová" userId="S::61789cenigova@student.sstebrno.cz::21fa614e-930c-426b-97c5-da7bf9a24a04" providerId="AD" clId="Web-{DF0A61A6-D799-CEE6-2DC5-44783F7979E7}" dt="2026-06-10T18:37:31.687" v="334"/>
          <ac:spMkLst>
            <pc:docMk/>
            <pc:sldMk cId="2364615821" sldId="260"/>
            <ac:spMk id="15" creationId="{F2A49241-8E10-49A1-B30C-2A0230F6ABEC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7:31.765" v="335"/>
          <ac:spMkLst>
            <pc:docMk/>
            <pc:sldMk cId="2364615821" sldId="260"/>
            <ac:spMk id="17" creationId="{7FF47CB7-972F-479F-A36D-9E72D26EC8D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7:31.765" v="335"/>
          <ac:spMkLst>
            <pc:docMk/>
            <pc:sldMk cId="2364615821" sldId="260"/>
            <ac:spMk id="18" creationId="{0D153B68-5844-490D-8E67-F616D6D721C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7:31.765" v="335"/>
          <ac:spMkLst>
            <pc:docMk/>
            <pc:sldMk cId="2364615821" sldId="260"/>
            <ac:spMk id="19" creationId="{9A0D773F-7A7D-4DBB-9DEA-86BB8B8F4BC8}"/>
          </ac:spMkLst>
        </pc:spChg>
        <pc:picChg chg="add mod">
          <ac:chgData name="Tereza Cenigová" userId="S::61789cenigova@student.sstebrno.cz::21fa614e-930c-426b-97c5-da7bf9a24a04" providerId="AD" clId="Web-{DF0A61A6-D799-CEE6-2DC5-44783F7979E7}" dt="2026-06-10T18:37:39.187" v="337" actId="1076"/>
          <ac:picMkLst>
            <pc:docMk/>
            <pc:sldMk cId="2364615821" sldId="260"/>
            <ac:picMk id="4" creationId="{76639F54-79D1-FF54-07FE-AAA2717824A0}"/>
          </ac:picMkLst>
        </pc:picChg>
      </pc:sldChg>
      <pc:sldChg chg="addSp modSp mod setBg">
        <pc:chgData name="Tereza Cenigová" userId="S::61789cenigova@student.sstebrno.cz::21fa614e-930c-426b-97c5-da7bf9a24a04" providerId="AD" clId="Web-{DF0A61A6-D799-CEE6-2DC5-44783F7979E7}" dt="2026-06-10T18:38:43.892" v="339"/>
        <pc:sldMkLst>
          <pc:docMk/>
          <pc:sldMk cId="2718379349" sldId="261"/>
        </pc:sldMkLst>
        <pc:spChg chg="mod">
          <ac:chgData name="Tereza Cenigová" userId="S::61789cenigova@student.sstebrno.cz::21fa614e-930c-426b-97c5-da7bf9a24a04" providerId="AD" clId="Web-{DF0A61A6-D799-CEE6-2DC5-44783F7979E7}" dt="2026-06-10T18:38:43.892" v="339"/>
          <ac:spMkLst>
            <pc:docMk/>
            <pc:sldMk cId="2718379349" sldId="261"/>
            <ac:spMk id="2" creationId="{CE9D8974-0FB8-D576-1D5E-3D66A2FF7C4A}"/>
          </ac:spMkLst>
        </pc:spChg>
        <pc:spChg chg="mod">
          <ac:chgData name="Tereza Cenigová" userId="S::61789cenigova@student.sstebrno.cz::21fa614e-930c-426b-97c5-da7bf9a24a04" providerId="AD" clId="Web-{DF0A61A6-D799-CEE6-2DC5-44783F7979E7}" dt="2026-06-10T18:38:43.892" v="339"/>
          <ac:spMkLst>
            <pc:docMk/>
            <pc:sldMk cId="2718379349" sldId="261"/>
            <ac:spMk id="3" creationId="{BD148DAF-5871-AC8E-6342-B52443AA9152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8:43.892" v="339"/>
          <ac:spMkLst>
            <pc:docMk/>
            <pc:sldMk cId="2718379349" sldId="261"/>
            <ac:spMk id="9" creationId="{5D13CC36-B950-4F02-9BAF-9A7EB267398C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38:43.892" v="339"/>
          <ac:spMkLst>
            <pc:docMk/>
            <pc:sldMk cId="2718379349" sldId="261"/>
            <ac:spMk id="11" creationId="{4F2E2428-58BA-458D-AA54-05502E63F32F}"/>
          </ac:spMkLst>
        </pc:spChg>
        <pc:picChg chg="add mod">
          <ac:chgData name="Tereza Cenigová" userId="S::61789cenigova@student.sstebrno.cz::21fa614e-930c-426b-97c5-da7bf9a24a04" providerId="AD" clId="Web-{DF0A61A6-D799-CEE6-2DC5-44783F7979E7}" dt="2026-06-10T18:38:43.892" v="339"/>
          <ac:picMkLst>
            <pc:docMk/>
            <pc:sldMk cId="2718379349" sldId="261"/>
            <ac:picMk id="4" creationId="{7B5CDE0B-4C49-EACF-32D3-A09A3262D30F}"/>
          </ac:picMkLst>
        </pc:picChg>
      </pc:sldChg>
      <pc:sldChg chg="addSp modSp mod setBg">
        <pc:chgData name="Tereza Cenigová" userId="S::61789cenigova@student.sstebrno.cz::21fa614e-930c-426b-97c5-da7bf9a24a04" providerId="AD" clId="Web-{DF0A61A6-D799-CEE6-2DC5-44783F7979E7}" dt="2026-06-10T18:40:46.037" v="341"/>
        <pc:sldMkLst>
          <pc:docMk/>
          <pc:sldMk cId="4009029679" sldId="262"/>
        </pc:sldMkLst>
        <pc:spChg chg="mod">
          <ac:chgData name="Tereza Cenigová" userId="S::61789cenigova@student.sstebrno.cz::21fa614e-930c-426b-97c5-da7bf9a24a04" providerId="AD" clId="Web-{DF0A61A6-D799-CEE6-2DC5-44783F7979E7}" dt="2026-06-10T18:40:46.037" v="341"/>
          <ac:spMkLst>
            <pc:docMk/>
            <pc:sldMk cId="4009029679" sldId="262"/>
            <ac:spMk id="2" creationId="{C4BB1E32-127C-8BBD-3BB2-2FB4BFB050EF}"/>
          </ac:spMkLst>
        </pc:spChg>
        <pc:spChg chg="mod">
          <ac:chgData name="Tereza Cenigová" userId="S::61789cenigova@student.sstebrno.cz::21fa614e-930c-426b-97c5-da7bf9a24a04" providerId="AD" clId="Web-{DF0A61A6-D799-CEE6-2DC5-44783F7979E7}" dt="2026-06-10T18:40:46.037" v="341"/>
          <ac:spMkLst>
            <pc:docMk/>
            <pc:sldMk cId="4009029679" sldId="262"/>
            <ac:spMk id="3" creationId="{371ACD38-C73C-16D5-DC50-6408D0115199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0:46.037" v="341"/>
          <ac:spMkLst>
            <pc:docMk/>
            <pc:sldMk cId="4009029679" sldId="262"/>
            <ac:spMk id="9" creationId="{F821940F-7A1D-4ACC-85B4-A932898ABB37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0:46.037" v="341"/>
          <ac:spMkLst>
            <pc:docMk/>
            <pc:sldMk cId="4009029679" sldId="262"/>
            <ac:spMk id="11" creationId="{16674508-81D3-48CF-96BF-7FC60EAA572A}"/>
          </ac:spMkLst>
        </pc:spChg>
        <pc:picChg chg="add mod">
          <ac:chgData name="Tereza Cenigová" userId="S::61789cenigova@student.sstebrno.cz::21fa614e-930c-426b-97c5-da7bf9a24a04" providerId="AD" clId="Web-{DF0A61A6-D799-CEE6-2DC5-44783F7979E7}" dt="2026-06-10T18:40:46.037" v="341"/>
          <ac:picMkLst>
            <pc:docMk/>
            <pc:sldMk cId="4009029679" sldId="262"/>
            <ac:picMk id="4" creationId="{CFA3345F-2F11-877B-C73B-3158C6D81ED9}"/>
          </ac:picMkLst>
        </pc:picChg>
      </pc:sldChg>
      <pc:sldChg chg="addSp modSp new mod setBg">
        <pc:chgData name="Tereza Cenigová" userId="S::61789cenigova@student.sstebrno.cz::21fa614e-930c-426b-97c5-da7bf9a24a04" providerId="AD" clId="Web-{DF0A61A6-D799-CEE6-2DC5-44783F7979E7}" dt="2026-06-10T18:42:58.103" v="343"/>
        <pc:sldMkLst>
          <pc:docMk/>
          <pc:sldMk cId="2843443183" sldId="263"/>
        </pc:sldMkLst>
        <pc:spChg chg="mod">
          <ac:chgData name="Tereza Cenigová" userId="S::61789cenigova@student.sstebrno.cz::21fa614e-930c-426b-97c5-da7bf9a24a04" providerId="AD" clId="Web-{DF0A61A6-D799-CEE6-2DC5-44783F7979E7}" dt="2026-06-10T18:42:58.103" v="343"/>
          <ac:spMkLst>
            <pc:docMk/>
            <pc:sldMk cId="2843443183" sldId="263"/>
            <ac:spMk id="2" creationId="{18FC536B-C5A3-591D-B526-7975D3E3E18D}"/>
          </ac:spMkLst>
        </pc:spChg>
        <pc:spChg chg="mod">
          <ac:chgData name="Tereza Cenigová" userId="S::61789cenigova@student.sstebrno.cz::21fa614e-930c-426b-97c5-da7bf9a24a04" providerId="AD" clId="Web-{DF0A61A6-D799-CEE6-2DC5-44783F7979E7}" dt="2026-06-10T18:42:58.103" v="343"/>
          <ac:spMkLst>
            <pc:docMk/>
            <pc:sldMk cId="2843443183" sldId="263"/>
            <ac:spMk id="3" creationId="{97A6E1D2-9381-DFEF-4C14-2FF71DB16310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2:58.103" v="343"/>
          <ac:spMkLst>
            <pc:docMk/>
            <pc:sldMk cId="2843443183" sldId="263"/>
            <ac:spMk id="9" creationId="{10EB215C-7839-4CEA-AA02-B8F7755F9CE9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2:58.103" v="343"/>
          <ac:spMkLst>
            <pc:docMk/>
            <pc:sldMk cId="2843443183" sldId="263"/>
            <ac:spMk id="11" creationId="{91011C6D-05BE-4D99-8C11-A0E478B12996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2:58.103" v="343"/>
          <ac:spMkLst>
            <pc:docMk/>
            <pc:sldMk cId="2843443183" sldId="263"/>
            <ac:spMk id="13" creationId="{6BFFEA99-E831-4C3B-8D16-0EA4AB33FFC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2:58.103" v="343"/>
          <ac:spMkLst>
            <pc:docMk/>
            <pc:sldMk cId="2843443183" sldId="263"/>
            <ac:spMk id="15" creationId="{3B9FD11D-7561-43C8-BE54-00D7DCF0E211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2:58.103" v="343"/>
          <ac:spMkLst>
            <pc:docMk/>
            <pc:sldMk cId="2843443183" sldId="263"/>
            <ac:spMk id="17" creationId="{8D91DE60-2C2D-4D7E-A6B4-C9499017DE4C}"/>
          </ac:spMkLst>
        </pc:spChg>
        <pc:picChg chg="add mod">
          <ac:chgData name="Tereza Cenigová" userId="S::61789cenigova@student.sstebrno.cz::21fa614e-930c-426b-97c5-da7bf9a24a04" providerId="AD" clId="Web-{DF0A61A6-D799-CEE6-2DC5-44783F7979E7}" dt="2026-06-10T18:42:58.103" v="343"/>
          <ac:picMkLst>
            <pc:docMk/>
            <pc:sldMk cId="2843443183" sldId="263"/>
            <ac:picMk id="4" creationId="{7F5A9225-2507-24A1-B193-28365C5230B0}"/>
          </ac:picMkLst>
        </pc:picChg>
      </pc:sldChg>
      <pc:sldChg chg="addSp modSp new mod setBg">
        <pc:chgData name="Tereza Cenigová" userId="S::61789cenigova@student.sstebrno.cz::21fa614e-930c-426b-97c5-da7bf9a24a04" providerId="AD" clId="Web-{DF0A61A6-D799-CEE6-2DC5-44783F7979E7}" dt="2026-06-10T18:47:04.412" v="345"/>
        <pc:sldMkLst>
          <pc:docMk/>
          <pc:sldMk cId="128581955" sldId="264"/>
        </pc:sldMkLst>
        <pc:spChg chg="mod">
          <ac:chgData name="Tereza Cenigová" userId="S::61789cenigova@student.sstebrno.cz::21fa614e-930c-426b-97c5-da7bf9a24a04" providerId="AD" clId="Web-{DF0A61A6-D799-CEE6-2DC5-44783F7979E7}" dt="2026-06-10T18:47:04.412" v="345"/>
          <ac:spMkLst>
            <pc:docMk/>
            <pc:sldMk cId="128581955" sldId="264"/>
            <ac:spMk id="2" creationId="{0E9D6260-3088-84FA-12CF-69EBF5FF6949}"/>
          </ac:spMkLst>
        </pc:spChg>
        <pc:spChg chg="mod">
          <ac:chgData name="Tereza Cenigová" userId="S::61789cenigova@student.sstebrno.cz::21fa614e-930c-426b-97c5-da7bf9a24a04" providerId="AD" clId="Web-{DF0A61A6-D799-CEE6-2DC5-44783F7979E7}" dt="2026-06-10T18:47:04.412" v="345"/>
          <ac:spMkLst>
            <pc:docMk/>
            <pc:sldMk cId="128581955" sldId="264"/>
            <ac:spMk id="3" creationId="{9D6A7C8F-4EAD-010F-372D-F9D1D2599206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7:04.412" v="345"/>
          <ac:spMkLst>
            <pc:docMk/>
            <pc:sldMk cId="128581955" sldId="264"/>
            <ac:spMk id="9" creationId="{7FF47CB7-972F-479F-A36D-9E72D26EC8D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7:04.412" v="345"/>
          <ac:spMkLst>
            <pc:docMk/>
            <pc:sldMk cId="128581955" sldId="264"/>
            <ac:spMk id="11" creationId="{0D153B68-5844-490D-8E67-F616D6D721CA}"/>
          </ac:spMkLst>
        </pc:spChg>
        <pc:spChg chg="add">
          <ac:chgData name="Tereza Cenigová" userId="S::61789cenigova@student.sstebrno.cz::21fa614e-930c-426b-97c5-da7bf9a24a04" providerId="AD" clId="Web-{DF0A61A6-D799-CEE6-2DC5-44783F7979E7}" dt="2026-06-10T18:47:04.412" v="345"/>
          <ac:spMkLst>
            <pc:docMk/>
            <pc:sldMk cId="128581955" sldId="264"/>
            <ac:spMk id="13" creationId="{9A0D773F-7A7D-4DBB-9DEA-86BB8B8F4BC8}"/>
          </ac:spMkLst>
        </pc:spChg>
        <pc:picChg chg="add mod">
          <ac:chgData name="Tereza Cenigová" userId="S::61789cenigova@student.sstebrno.cz::21fa614e-930c-426b-97c5-da7bf9a24a04" providerId="AD" clId="Web-{DF0A61A6-D799-CEE6-2DC5-44783F7979E7}" dt="2026-06-10T18:47:04.412" v="345"/>
          <ac:picMkLst>
            <pc:docMk/>
            <pc:sldMk cId="128581955" sldId="264"/>
            <ac:picMk id="4" creationId="{A1193DCC-3113-1F4D-4644-CFDC32B9BD3F}"/>
          </ac:picMkLst>
        </pc:picChg>
      </pc:sldChg>
      <pc:sldChg chg="addSp modSp new addAnim">
        <pc:chgData name="Tereza Cenigová" userId="S::61789cenigova@student.sstebrno.cz::21fa614e-930c-426b-97c5-da7bf9a24a04" providerId="AD" clId="Web-{DF0A61A6-D799-CEE6-2DC5-44783F7979E7}" dt="2026-06-10T18:51:17.690" v="350" actId="1076"/>
        <pc:sldMkLst>
          <pc:docMk/>
          <pc:sldMk cId="3486558867" sldId="265"/>
        </pc:sldMkLst>
        <pc:picChg chg="add mod">
          <ac:chgData name="Tereza Cenigová" userId="S::61789cenigova@student.sstebrno.cz::21fa614e-930c-426b-97c5-da7bf9a24a04" providerId="AD" clId="Web-{DF0A61A6-D799-CEE6-2DC5-44783F7979E7}" dt="2026-06-10T18:51:17.690" v="350" actId="1076"/>
          <ac:picMkLst>
            <pc:docMk/>
            <pc:sldMk cId="3486558867" sldId="265"/>
            <ac:picMk id="4" creationId="{6C809055-C97E-7634-0E0E-747C3F1E99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Tereza Cenigová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950CD44-79DC-8CEC-BEE2-3C07DCBF1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35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A4C0E-EC30-BC10-3A1D-56DD4BC13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en-US"/>
              <a:t>O čem hra 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7B2D-542F-F7EC-017B-65F1D121F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3158741" cy="39085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Zloděj v bytě</a:t>
            </a:r>
          </a:p>
          <a:p>
            <a:r>
              <a:rPr lang="en-US" sz="2000"/>
              <a:t>Vyrušení = útěk</a:t>
            </a:r>
          </a:p>
          <a:p>
            <a:r>
              <a:rPr lang="en-US" sz="2000"/>
              <a:t>Hledání klíče a nástrojů</a:t>
            </a:r>
          </a:p>
          <a:p>
            <a:r>
              <a:rPr lang="en-US" sz="2000"/>
              <a:t>4 scény</a:t>
            </a:r>
          </a:p>
        </p:txBody>
      </p:sp>
      <p:pic>
        <p:nvPicPr>
          <p:cNvPr id="4" name="Picture 3" descr="A room with two doors and a table&#10;&#10;AI-generated content may be incorrect.">
            <a:extLst>
              <a:ext uri="{FF2B5EF4-FFF2-40B4-BE49-F238E27FC236}">
                <a16:creationId xmlns:a16="http://schemas.microsoft.com/office/drawing/2014/main" id="{F765F339-35C8-BDA7-4A90-0622EDA70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51" r="8229" b="-1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4212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630BB-47C6-CEB4-41E0-9EAEF4D40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Jak se to </a:t>
            </a:r>
            <a:r>
              <a:rPr lang="en-US" dirty="0" err="1"/>
              <a:t>hraje</a:t>
            </a:r>
            <a:endParaRPr lang="en-US" err="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 descr="A blue coat on a swinger&#10;&#10;AI-generated content may be incorrect.">
            <a:extLst>
              <a:ext uri="{FF2B5EF4-FFF2-40B4-BE49-F238E27FC236}">
                <a16:creationId xmlns:a16="http://schemas.microsoft.com/office/drawing/2014/main" id="{536E792E-EA2A-D3F4-177C-A4818C77B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178" y="3555468"/>
            <a:ext cx="3825771" cy="2450885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47B1-3566-EF50-B6C9-09C77B09E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Klikání na objekty</a:t>
            </a:r>
          </a:p>
          <a:p>
            <a:r>
              <a:rPr lang="en-US" sz="2000"/>
              <a:t>Interakce v prostředí</a:t>
            </a:r>
          </a:p>
          <a:p>
            <a:r>
              <a:rPr lang="en-US" sz="2000"/>
              <a:t>Inventář</a:t>
            </a:r>
          </a:p>
          <a:p>
            <a:r>
              <a:rPr lang="en-US" sz="2000"/>
              <a:t>Pustup v příběhu</a:t>
            </a:r>
          </a:p>
        </p:txBody>
      </p:sp>
    </p:spTree>
    <p:extLst>
      <p:ext uri="{BB962C8B-B14F-4D97-AF65-F5344CB8AC3E}">
        <p14:creationId xmlns:p14="http://schemas.microsoft.com/office/powerpoint/2010/main" val="40044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D88611-DF1A-E9F6-B142-671DF95A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3622"/>
            <a:ext cx="5323531" cy="1330843"/>
          </a:xfrm>
        </p:spPr>
        <p:txBody>
          <a:bodyPr>
            <a:normAutofit/>
          </a:bodyPr>
          <a:lstStyle/>
          <a:p>
            <a:r>
              <a:rPr lang="en-US" dirty="0"/>
              <a:t>Jak je to </a:t>
            </a:r>
            <a:r>
              <a:rPr lang="en-US" dirty="0" err="1"/>
              <a:t>dělané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F1FD1-A466-A01C-87AD-1AD71B838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3"/>
            <a:ext cx="5066885" cy="39085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WPF</a:t>
            </a:r>
          </a:p>
          <a:p>
            <a:r>
              <a:rPr lang="en-US" sz="2000"/>
              <a:t>C#</a:t>
            </a:r>
          </a:p>
          <a:p>
            <a:r>
              <a:rPr lang="en-US" sz="2000"/>
              <a:t>Inkscape (grafika)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C27D684-2832-41BD-AC29-838243B80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74214" y="0"/>
            <a:ext cx="5217786" cy="6858000"/>
          </a:xfrm>
          <a:custGeom>
            <a:avLst/>
            <a:gdLst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260447 w 4897678"/>
              <a:gd name="connsiteY83" fmla="*/ 449658 h 6858000"/>
              <a:gd name="connsiteX84" fmla="*/ 1265072 w 4897678"/>
              <a:gd name="connsiteY84" fmla="*/ 352797 h 6858000"/>
              <a:gd name="connsiteX85" fmla="*/ 1275970 w 4897678"/>
              <a:gd name="connsiteY85" fmla="*/ 206812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260447 w 4897678"/>
              <a:gd name="connsiteY83" fmla="*/ 449658 h 6858000"/>
              <a:gd name="connsiteX84" fmla="*/ 1265072 w 4897678"/>
              <a:gd name="connsiteY84" fmla="*/ 352797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260447 w 4897678"/>
              <a:gd name="connsiteY83" fmla="*/ 449658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03453 w 4897678"/>
              <a:gd name="connsiteY82" fmla="*/ 554481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0408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79125 w 4897678"/>
              <a:gd name="connsiteY87" fmla="*/ 127605 h 6858000"/>
              <a:gd name="connsiteX88" fmla="*/ 1290126 w 4897678"/>
              <a:gd name="connsiteY88" fmla="*/ 68981 h 6858000"/>
              <a:gd name="connsiteX89" fmla="*/ 1296403 w 4897678"/>
              <a:gd name="connsiteY89" fmla="*/ 57111 h 6858000"/>
              <a:gd name="connsiteX90" fmla="*/ 1319538 w 4897678"/>
              <a:gd name="connsiteY90" fmla="*/ 13130 h 6858000"/>
              <a:gd name="connsiteX91" fmla="*/ 1321253 w 4897678"/>
              <a:gd name="connsiteY91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279582 w 4897678"/>
              <a:gd name="connsiteY86" fmla="*/ 140400 h 6858000"/>
              <a:gd name="connsiteX87" fmla="*/ 1290126 w 4897678"/>
              <a:gd name="connsiteY87" fmla="*/ 68981 h 6858000"/>
              <a:gd name="connsiteX88" fmla="*/ 1296403 w 4897678"/>
              <a:gd name="connsiteY88" fmla="*/ 57111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290126 w 4897678"/>
              <a:gd name="connsiteY87" fmla="*/ 68981 h 6858000"/>
              <a:gd name="connsiteX88" fmla="*/ 1296403 w 4897678"/>
              <a:gd name="connsiteY88" fmla="*/ 57111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290126 w 4897678"/>
              <a:gd name="connsiteY87" fmla="*/ 68981 h 6858000"/>
              <a:gd name="connsiteX88" fmla="*/ 1481070 w 4897678"/>
              <a:gd name="connsiteY88" fmla="*/ 69025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321253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319538 w 4897678"/>
              <a:gd name="connsiteY89" fmla="*/ 13130 h 6858000"/>
              <a:gd name="connsiteX90" fmla="*/ 1321253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319538 w 4897678"/>
              <a:gd name="connsiteY89" fmla="*/ 13130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49802 w 4897678"/>
              <a:gd name="connsiteY83" fmla="*/ 431787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504205 w 4897678"/>
              <a:gd name="connsiteY89" fmla="*/ 42915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73630 w 4897678"/>
              <a:gd name="connsiteY83" fmla="*/ 455615 h 6858000"/>
              <a:gd name="connsiteX84" fmla="*/ 1384212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504205 w 4897678"/>
              <a:gd name="connsiteY89" fmla="*/ 42915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790693 w 4897678"/>
              <a:gd name="connsiteY39" fmla="*/ 5023013 h 6858000"/>
              <a:gd name="connsiteX40" fmla="*/ 916267 w 4897678"/>
              <a:gd name="connsiteY40" fmla="*/ 4639226 h 6858000"/>
              <a:gd name="connsiteX41" fmla="*/ 960970 w 4897678"/>
              <a:gd name="connsiteY41" fmla="*/ 4458968 h 6858000"/>
              <a:gd name="connsiteX42" fmla="*/ 974467 w 4897678"/>
              <a:gd name="connsiteY42" fmla="*/ 4400454 h 6858000"/>
              <a:gd name="connsiteX43" fmla="*/ 1019252 w 4897678"/>
              <a:gd name="connsiteY43" fmla="*/ 4326337 h 6858000"/>
              <a:gd name="connsiteX44" fmla="*/ 1097435 w 4897678"/>
              <a:gd name="connsiteY44" fmla="*/ 4004432 h 6858000"/>
              <a:gd name="connsiteX45" fmla="*/ 1115477 w 4897678"/>
              <a:gd name="connsiteY45" fmla="*/ 3887430 h 6858000"/>
              <a:gd name="connsiteX46" fmla="*/ 1129980 w 4897678"/>
              <a:gd name="connsiteY46" fmla="*/ 3841018 h 6858000"/>
              <a:gd name="connsiteX47" fmla="*/ 1128054 w 4897678"/>
              <a:gd name="connsiteY47" fmla="*/ 3833633 h 6858000"/>
              <a:gd name="connsiteX48" fmla="*/ 1144766 w 4897678"/>
              <a:gd name="connsiteY48" fmla="*/ 3703595 h 6858000"/>
              <a:gd name="connsiteX49" fmla="*/ 1146269 w 4897678"/>
              <a:gd name="connsiteY49" fmla="*/ 3675779 h 6858000"/>
              <a:gd name="connsiteX50" fmla="*/ 1145250 w 4897678"/>
              <a:gd name="connsiteY50" fmla="*/ 3673177 h 6858000"/>
              <a:gd name="connsiteX51" fmla="*/ 1145144 w 4897678"/>
              <a:gd name="connsiteY51" fmla="*/ 3399727 h 6858000"/>
              <a:gd name="connsiteX52" fmla="*/ 1153102 w 4897678"/>
              <a:gd name="connsiteY52" fmla="*/ 3022588 h 6858000"/>
              <a:gd name="connsiteX53" fmla="*/ 1187493 w 4897678"/>
              <a:gd name="connsiteY53" fmla="*/ 2780324 h 6858000"/>
              <a:gd name="connsiteX54" fmla="*/ 1174471 w 4897678"/>
              <a:gd name="connsiteY54" fmla="*/ 2636046 h 6858000"/>
              <a:gd name="connsiteX55" fmla="*/ 1173030 w 4897678"/>
              <a:gd name="connsiteY55" fmla="*/ 2517573 h 6858000"/>
              <a:gd name="connsiteX56" fmla="*/ 1179971 w 4897678"/>
              <a:gd name="connsiteY56" fmla="*/ 2259305 h 6858000"/>
              <a:gd name="connsiteX57" fmla="*/ 1180091 w 4897678"/>
              <a:gd name="connsiteY57" fmla="*/ 2154737 h 6858000"/>
              <a:gd name="connsiteX58" fmla="*/ 1173497 w 4897678"/>
              <a:gd name="connsiteY58" fmla="*/ 2118139 h 6858000"/>
              <a:gd name="connsiteX59" fmla="*/ 1168754 w 4897678"/>
              <a:gd name="connsiteY59" fmla="*/ 2064932 h 6858000"/>
              <a:gd name="connsiteX60" fmla="*/ 1175360 w 4897678"/>
              <a:gd name="connsiteY60" fmla="*/ 2031780 h 6858000"/>
              <a:gd name="connsiteX61" fmla="*/ 1175420 w 4897678"/>
              <a:gd name="connsiteY61" fmla="*/ 2025741 h 6858000"/>
              <a:gd name="connsiteX62" fmla="*/ 1192392 w 4897678"/>
              <a:gd name="connsiteY62" fmla="*/ 1985855 h 6858000"/>
              <a:gd name="connsiteX63" fmla="*/ 1240537 w 4897678"/>
              <a:gd name="connsiteY63" fmla="*/ 1810891 h 6858000"/>
              <a:gd name="connsiteX64" fmla="*/ 1262324 w 4897678"/>
              <a:gd name="connsiteY64" fmla="*/ 1680343 h 6858000"/>
              <a:gd name="connsiteX65" fmla="*/ 1264475 w 4897678"/>
              <a:gd name="connsiteY65" fmla="*/ 1634781 h 6858000"/>
              <a:gd name="connsiteX66" fmla="*/ 1268425 w 4897678"/>
              <a:gd name="connsiteY66" fmla="*/ 1558391 h 6858000"/>
              <a:gd name="connsiteX67" fmla="*/ 1263100 w 4897678"/>
              <a:gd name="connsiteY67" fmla="*/ 1489998 h 6858000"/>
              <a:gd name="connsiteX68" fmla="*/ 1286195 w 4897678"/>
              <a:gd name="connsiteY68" fmla="*/ 1421105 h 6858000"/>
              <a:gd name="connsiteX69" fmla="*/ 1298315 w 4897678"/>
              <a:gd name="connsiteY69" fmla="*/ 1361656 h 6858000"/>
              <a:gd name="connsiteX70" fmla="*/ 1294008 w 4897678"/>
              <a:gd name="connsiteY70" fmla="*/ 1357170 h 6858000"/>
              <a:gd name="connsiteX71" fmla="*/ 1295031 w 4897678"/>
              <a:gd name="connsiteY71" fmla="*/ 1349556 h 6858000"/>
              <a:gd name="connsiteX72" fmla="*/ 1301170 w 4897678"/>
              <a:gd name="connsiteY72" fmla="*/ 1345177 h 6858000"/>
              <a:gd name="connsiteX73" fmla="*/ 1337115 w 4897678"/>
              <a:gd name="connsiteY73" fmla="*/ 1249089 h 6858000"/>
              <a:gd name="connsiteX74" fmla="*/ 1335308 w 4897678"/>
              <a:gd name="connsiteY74" fmla="*/ 1164961 h 6858000"/>
              <a:gd name="connsiteX75" fmla="*/ 1365049 w 4897678"/>
              <a:gd name="connsiteY75" fmla="*/ 1102487 h 6858000"/>
              <a:gd name="connsiteX76" fmla="*/ 1380977 w 4897678"/>
              <a:gd name="connsiteY76" fmla="*/ 1051638 h 6858000"/>
              <a:gd name="connsiteX77" fmla="*/ 1360650 w 4897678"/>
              <a:gd name="connsiteY77" fmla="*/ 950605 h 6858000"/>
              <a:gd name="connsiteX78" fmla="*/ 1321700 w 4897678"/>
              <a:gd name="connsiteY78" fmla="*/ 890133 h 6858000"/>
              <a:gd name="connsiteX79" fmla="*/ 1306943 w 4897678"/>
              <a:gd name="connsiteY79" fmla="*/ 779617 h 6858000"/>
              <a:gd name="connsiteX80" fmla="*/ 1304115 w 4897678"/>
              <a:gd name="connsiteY80" fmla="*/ 737583 h 6858000"/>
              <a:gd name="connsiteX81" fmla="*/ 1363659 w 4897678"/>
              <a:gd name="connsiteY81" fmla="*/ 600848 h 6858000"/>
              <a:gd name="connsiteX82" fmla="*/ 1357066 w 4897678"/>
              <a:gd name="connsiteY82" fmla="*/ 530653 h 6858000"/>
              <a:gd name="connsiteX83" fmla="*/ 1373630 w 4897678"/>
              <a:gd name="connsiteY83" fmla="*/ 455615 h 6858000"/>
              <a:gd name="connsiteX84" fmla="*/ 1413997 w 4897678"/>
              <a:gd name="connsiteY84" fmla="*/ 334926 h 6858000"/>
              <a:gd name="connsiteX85" fmla="*/ 1442766 w 4897678"/>
              <a:gd name="connsiteY85" fmla="*/ 236597 h 6858000"/>
              <a:gd name="connsiteX86" fmla="*/ 1470206 w 4897678"/>
              <a:gd name="connsiteY86" fmla="*/ 182099 h 6858000"/>
              <a:gd name="connsiteX87" fmla="*/ 1462879 w 4897678"/>
              <a:gd name="connsiteY87" fmla="*/ 128551 h 6858000"/>
              <a:gd name="connsiteX88" fmla="*/ 1481070 w 4897678"/>
              <a:gd name="connsiteY88" fmla="*/ 69025 h 6858000"/>
              <a:gd name="connsiteX89" fmla="*/ 1504205 w 4897678"/>
              <a:gd name="connsiteY89" fmla="*/ 42915 h 6858000"/>
              <a:gd name="connsiteX90" fmla="*/ 1553576 w 4897678"/>
              <a:gd name="connsiteY90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525372 w 4897678"/>
              <a:gd name="connsiteY37" fmla="*/ 4949987 h 6858000"/>
              <a:gd name="connsiteX38" fmla="*/ 779657 w 4897678"/>
              <a:gd name="connsiteY38" fmla="*/ 5057680 h 6858000"/>
              <a:gd name="connsiteX39" fmla="*/ 916267 w 4897678"/>
              <a:gd name="connsiteY39" fmla="*/ 4639226 h 6858000"/>
              <a:gd name="connsiteX40" fmla="*/ 960970 w 4897678"/>
              <a:gd name="connsiteY40" fmla="*/ 4458968 h 6858000"/>
              <a:gd name="connsiteX41" fmla="*/ 974467 w 4897678"/>
              <a:gd name="connsiteY41" fmla="*/ 4400454 h 6858000"/>
              <a:gd name="connsiteX42" fmla="*/ 1019252 w 4897678"/>
              <a:gd name="connsiteY42" fmla="*/ 4326337 h 6858000"/>
              <a:gd name="connsiteX43" fmla="*/ 1097435 w 4897678"/>
              <a:gd name="connsiteY43" fmla="*/ 4004432 h 6858000"/>
              <a:gd name="connsiteX44" fmla="*/ 1115477 w 4897678"/>
              <a:gd name="connsiteY44" fmla="*/ 3887430 h 6858000"/>
              <a:gd name="connsiteX45" fmla="*/ 1129980 w 4897678"/>
              <a:gd name="connsiteY45" fmla="*/ 3841018 h 6858000"/>
              <a:gd name="connsiteX46" fmla="*/ 1128054 w 4897678"/>
              <a:gd name="connsiteY46" fmla="*/ 3833633 h 6858000"/>
              <a:gd name="connsiteX47" fmla="*/ 1144766 w 4897678"/>
              <a:gd name="connsiteY47" fmla="*/ 3703595 h 6858000"/>
              <a:gd name="connsiteX48" fmla="*/ 1146269 w 4897678"/>
              <a:gd name="connsiteY48" fmla="*/ 3675779 h 6858000"/>
              <a:gd name="connsiteX49" fmla="*/ 1145250 w 4897678"/>
              <a:gd name="connsiteY49" fmla="*/ 3673177 h 6858000"/>
              <a:gd name="connsiteX50" fmla="*/ 1145144 w 4897678"/>
              <a:gd name="connsiteY50" fmla="*/ 3399727 h 6858000"/>
              <a:gd name="connsiteX51" fmla="*/ 1153102 w 4897678"/>
              <a:gd name="connsiteY51" fmla="*/ 3022588 h 6858000"/>
              <a:gd name="connsiteX52" fmla="*/ 1187493 w 4897678"/>
              <a:gd name="connsiteY52" fmla="*/ 2780324 h 6858000"/>
              <a:gd name="connsiteX53" fmla="*/ 1174471 w 4897678"/>
              <a:gd name="connsiteY53" fmla="*/ 2636046 h 6858000"/>
              <a:gd name="connsiteX54" fmla="*/ 1173030 w 4897678"/>
              <a:gd name="connsiteY54" fmla="*/ 2517573 h 6858000"/>
              <a:gd name="connsiteX55" fmla="*/ 1179971 w 4897678"/>
              <a:gd name="connsiteY55" fmla="*/ 2259305 h 6858000"/>
              <a:gd name="connsiteX56" fmla="*/ 1180091 w 4897678"/>
              <a:gd name="connsiteY56" fmla="*/ 2154737 h 6858000"/>
              <a:gd name="connsiteX57" fmla="*/ 1173497 w 4897678"/>
              <a:gd name="connsiteY57" fmla="*/ 2118139 h 6858000"/>
              <a:gd name="connsiteX58" fmla="*/ 1168754 w 4897678"/>
              <a:gd name="connsiteY58" fmla="*/ 2064932 h 6858000"/>
              <a:gd name="connsiteX59" fmla="*/ 1175360 w 4897678"/>
              <a:gd name="connsiteY59" fmla="*/ 2031780 h 6858000"/>
              <a:gd name="connsiteX60" fmla="*/ 1175420 w 4897678"/>
              <a:gd name="connsiteY60" fmla="*/ 2025741 h 6858000"/>
              <a:gd name="connsiteX61" fmla="*/ 1192392 w 4897678"/>
              <a:gd name="connsiteY61" fmla="*/ 1985855 h 6858000"/>
              <a:gd name="connsiteX62" fmla="*/ 1240537 w 4897678"/>
              <a:gd name="connsiteY62" fmla="*/ 1810891 h 6858000"/>
              <a:gd name="connsiteX63" fmla="*/ 1262324 w 4897678"/>
              <a:gd name="connsiteY63" fmla="*/ 1680343 h 6858000"/>
              <a:gd name="connsiteX64" fmla="*/ 1264475 w 4897678"/>
              <a:gd name="connsiteY64" fmla="*/ 1634781 h 6858000"/>
              <a:gd name="connsiteX65" fmla="*/ 1268425 w 4897678"/>
              <a:gd name="connsiteY65" fmla="*/ 1558391 h 6858000"/>
              <a:gd name="connsiteX66" fmla="*/ 1263100 w 4897678"/>
              <a:gd name="connsiteY66" fmla="*/ 1489998 h 6858000"/>
              <a:gd name="connsiteX67" fmla="*/ 1286195 w 4897678"/>
              <a:gd name="connsiteY67" fmla="*/ 1421105 h 6858000"/>
              <a:gd name="connsiteX68" fmla="*/ 1298315 w 4897678"/>
              <a:gd name="connsiteY68" fmla="*/ 1361656 h 6858000"/>
              <a:gd name="connsiteX69" fmla="*/ 1294008 w 4897678"/>
              <a:gd name="connsiteY69" fmla="*/ 1357170 h 6858000"/>
              <a:gd name="connsiteX70" fmla="*/ 1295031 w 4897678"/>
              <a:gd name="connsiteY70" fmla="*/ 1349556 h 6858000"/>
              <a:gd name="connsiteX71" fmla="*/ 1301170 w 4897678"/>
              <a:gd name="connsiteY71" fmla="*/ 1345177 h 6858000"/>
              <a:gd name="connsiteX72" fmla="*/ 1337115 w 4897678"/>
              <a:gd name="connsiteY72" fmla="*/ 1249089 h 6858000"/>
              <a:gd name="connsiteX73" fmla="*/ 1335308 w 4897678"/>
              <a:gd name="connsiteY73" fmla="*/ 1164961 h 6858000"/>
              <a:gd name="connsiteX74" fmla="*/ 1365049 w 4897678"/>
              <a:gd name="connsiteY74" fmla="*/ 1102487 h 6858000"/>
              <a:gd name="connsiteX75" fmla="*/ 1380977 w 4897678"/>
              <a:gd name="connsiteY75" fmla="*/ 1051638 h 6858000"/>
              <a:gd name="connsiteX76" fmla="*/ 1360650 w 4897678"/>
              <a:gd name="connsiteY76" fmla="*/ 950605 h 6858000"/>
              <a:gd name="connsiteX77" fmla="*/ 1321700 w 4897678"/>
              <a:gd name="connsiteY77" fmla="*/ 890133 h 6858000"/>
              <a:gd name="connsiteX78" fmla="*/ 1306943 w 4897678"/>
              <a:gd name="connsiteY78" fmla="*/ 779617 h 6858000"/>
              <a:gd name="connsiteX79" fmla="*/ 1304115 w 4897678"/>
              <a:gd name="connsiteY79" fmla="*/ 737583 h 6858000"/>
              <a:gd name="connsiteX80" fmla="*/ 1363659 w 4897678"/>
              <a:gd name="connsiteY80" fmla="*/ 600848 h 6858000"/>
              <a:gd name="connsiteX81" fmla="*/ 1357066 w 4897678"/>
              <a:gd name="connsiteY81" fmla="*/ 530653 h 6858000"/>
              <a:gd name="connsiteX82" fmla="*/ 1373630 w 4897678"/>
              <a:gd name="connsiteY82" fmla="*/ 455615 h 6858000"/>
              <a:gd name="connsiteX83" fmla="*/ 1413997 w 4897678"/>
              <a:gd name="connsiteY83" fmla="*/ 334926 h 6858000"/>
              <a:gd name="connsiteX84" fmla="*/ 1442766 w 4897678"/>
              <a:gd name="connsiteY84" fmla="*/ 236597 h 6858000"/>
              <a:gd name="connsiteX85" fmla="*/ 1470206 w 4897678"/>
              <a:gd name="connsiteY85" fmla="*/ 182099 h 6858000"/>
              <a:gd name="connsiteX86" fmla="*/ 1462879 w 4897678"/>
              <a:gd name="connsiteY86" fmla="*/ 128551 h 6858000"/>
              <a:gd name="connsiteX87" fmla="*/ 1481070 w 4897678"/>
              <a:gd name="connsiteY87" fmla="*/ 69025 h 6858000"/>
              <a:gd name="connsiteX88" fmla="*/ 1504205 w 4897678"/>
              <a:gd name="connsiteY88" fmla="*/ 42915 h 6858000"/>
              <a:gd name="connsiteX89" fmla="*/ 1553576 w 4897678"/>
              <a:gd name="connsiteY89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779657 w 4897678"/>
              <a:gd name="connsiteY37" fmla="*/ 5057680 h 6858000"/>
              <a:gd name="connsiteX38" fmla="*/ 916267 w 4897678"/>
              <a:gd name="connsiteY38" fmla="*/ 4639226 h 6858000"/>
              <a:gd name="connsiteX39" fmla="*/ 960970 w 4897678"/>
              <a:gd name="connsiteY39" fmla="*/ 4458968 h 6858000"/>
              <a:gd name="connsiteX40" fmla="*/ 974467 w 4897678"/>
              <a:gd name="connsiteY40" fmla="*/ 4400454 h 6858000"/>
              <a:gd name="connsiteX41" fmla="*/ 1019252 w 4897678"/>
              <a:gd name="connsiteY41" fmla="*/ 4326337 h 6858000"/>
              <a:gd name="connsiteX42" fmla="*/ 1097435 w 4897678"/>
              <a:gd name="connsiteY42" fmla="*/ 4004432 h 6858000"/>
              <a:gd name="connsiteX43" fmla="*/ 1115477 w 4897678"/>
              <a:gd name="connsiteY43" fmla="*/ 3887430 h 6858000"/>
              <a:gd name="connsiteX44" fmla="*/ 1129980 w 4897678"/>
              <a:gd name="connsiteY44" fmla="*/ 3841018 h 6858000"/>
              <a:gd name="connsiteX45" fmla="*/ 1128054 w 4897678"/>
              <a:gd name="connsiteY45" fmla="*/ 3833633 h 6858000"/>
              <a:gd name="connsiteX46" fmla="*/ 1144766 w 4897678"/>
              <a:gd name="connsiteY46" fmla="*/ 3703595 h 6858000"/>
              <a:gd name="connsiteX47" fmla="*/ 1146269 w 4897678"/>
              <a:gd name="connsiteY47" fmla="*/ 3675779 h 6858000"/>
              <a:gd name="connsiteX48" fmla="*/ 1145250 w 4897678"/>
              <a:gd name="connsiteY48" fmla="*/ 3673177 h 6858000"/>
              <a:gd name="connsiteX49" fmla="*/ 1145144 w 4897678"/>
              <a:gd name="connsiteY49" fmla="*/ 3399727 h 6858000"/>
              <a:gd name="connsiteX50" fmla="*/ 1153102 w 4897678"/>
              <a:gd name="connsiteY50" fmla="*/ 3022588 h 6858000"/>
              <a:gd name="connsiteX51" fmla="*/ 1187493 w 4897678"/>
              <a:gd name="connsiteY51" fmla="*/ 2780324 h 6858000"/>
              <a:gd name="connsiteX52" fmla="*/ 1174471 w 4897678"/>
              <a:gd name="connsiteY52" fmla="*/ 2636046 h 6858000"/>
              <a:gd name="connsiteX53" fmla="*/ 1173030 w 4897678"/>
              <a:gd name="connsiteY53" fmla="*/ 2517573 h 6858000"/>
              <a:gd name="connsiteX54" fmla="*/ 1179971 w 4897678"/>
              <a:gd name="connsiteY54" fmla="*/ 2259305 h 6858000"/>
              <a:gd name="connsiteX55" fmla="*/ 1180091 w 4897678"/>
              <a:gd name="connsiteY55" fmla="*/ 2154737 h 6858000"/>
              <a:gd name="connsiteX56" fmla="*/ 1173497 w 4897678"/>
              <a:gd name="connsiteY56" fmla="*/ 2118139 h 6858000"/>
              <a:gd name="connsiteX57" fmla="*/ 1168754 w 4897678"/>
              <a:gd name="connsiteY57" fmla="*/ 2064932 h 6858000"/>
              <a:gd name="connsiteX58" fmla="*/ 1175360 w 4897678"/>
              <a:gd name="connsiteY58" fmla="*/ 2031780 h 6858000"/>
              <a:gd name="connsiteX59" fmla="*/ 1175420 w 4897678"/>
              <a:gd name="connsiteY59" fmla="*/ 2025741 h 6858000"/>
              <a:gd name="connsiteX60" fmla="*/ 1192392 w 4897678"/>
              <a:gd name="connsiteY60" fmla="*/ 1985855 h 6858000"/>
              <a:gd name="connsiteX61" fmla="*/ 1240537 w 4897678"/>
              <a:gd name="connsiteY61" fmla="*/ 1810891 h 6858000"/>
              <a:gd name="connsiteX62" fmla="*/ 1262324 w 4897678"/>
              <a:gd name="connsiteY62" fmla="*/ 1680343 h 6858000"/>
              <a:gd name="connsiteX63" fmla="*/ 1264475 w 4897678"/>
              <a:gd name="connsiteY63" fmla="*/ 1634781 h 6858000"/>
              <a:gd name="connsiteX64" fmla="*/ 1268425 w 4897678"/>
              <a:gd name="connsiteY64" fmla="*/ 1558391 h 6858000"/>
              <a:gd name="connsiteX65" fmla="*/ 1263100 w 4897678"/>
              <a:gd name="connsiteY65" fmla="*/ 1489998 h 6858000"/>
              <a:gd name="connsiteX66" fmla="*/ 1286195 w 4897678"/>
              <a:gd name="connsiteY66" fmla="*/ 1421105 h 6858000"/>
              <a:gd name="connsiteX67" fmla="*/ 1298315 w 4897678"/>
              <a:gd name="connsiteY67" fmla="*/ 1361656 h 6858000"/>
              <a:gd name="connsiteX68" fmla="*/ 1294008 w 4897678"/>
              <a:gd name="connsiteY68" fmla="*/ 1357170 h 6858000"/>
              <a:gd name="connsiteX69" fmla="*/ 1295031 w 4897678"/>
              <a:gd name="connsiteY69" fmla="*/ 1349556 h 6858000"/>
              <a:gd name="connsiteX70" fmla="*/ 1301170 w 4897678"/>
              <a:gd name="connsiteY70" fmla="*/ 1345177 h 6858000"/>
              <a:gd name="connsiteX71" fmla="*/ 1337115 w 4897678"/>
              <a:gd name="connsiteY71" fmla="*/ 1249089 h 6858000"/>
              <a:gd name="connsiteX72" fmla="*/ 1335308 w 4897678"/>
              <a:gd name="connsiteY72" fmla="*/ 1164961 h 6858000"/>
              <a:gd name="connsiteX73" fmla="*/ 1365049 w 4897678"/>
              <a:gd name="connsiteY73" fmla="*/ 1102487 h 6858000"/>
              <a:gd name="connsiteX74" fmla="*/ 1380977 w 4897678"/>
              <a:gd name="connsiteY74" fmla="*/ 1051638 h 6858000"/>
              <a:gd name="connsiteX75" fmla="*/ 1360650 w 4897678"/>
              <a:gd name="connsiteY75" fmla="*/ 950605 h 6858000"/>
              <a:gd name="connsiteX76" fmla="*/ 1321700 w 4897678"/>
              <a:gd name="connsiteY76" fmla="*/ 890133 h 6858000"/>
              <a:gd name="connsiteX77" fmla="*/ 1306943 w 4897678"/>
              <a:gd name="connsiteY77" fmla="*/ 779617 h 6858000"/>
              <a:gd name="connsiteX78" fmla="*/ 1304115 w 4897678"/>
              <a:gd name="connsiteY78" fmla="*/ 737583 h 6858000"/>
              <a:gd name="connsiteX79" fmla="*/ 1363659 w 4897678"/>
              <a:gd name="connsiteY79" fmla="*/ 600848 h 6858000"/>
              <a:gd name="connsiteX80" fmla="*/ 1357066 w 4897678"/>
              <a:gd name="connsiteY80" fmla="*/ 530653 h 6858000"/>
              <a:gd name="connsiteX81" fmla="*/ 1373630 w 4897678"/>
              <a:gd name="connsiteY81" fmla="*/ 455615 h 6858000"/>
              <a:gd name="connsiteX82" fmla="*/ 1413997 w 4897678"/>
              <a:gd name="connsiteY82" fmla="*/ 334926 h 6858000"/>
              <a:gd name="connsiteX83" fmla="*/ 1442766 w 4897678"/>
              <a:gd name="connsiteY83" fmla="*/ 236597 h 6858000"/>
              <a:gd name="connsiteX84" fmla="*/ 1470206 w 4897678"/>
              <a:gd name="connsiteY84" fmla="*/ 182099 h 6858000"/>
              <a:gd name="connsiteX85" fmla="*/ 1462879 w 4897678"/>
              <a:gd name="connsiteY85" fmla="*/ 128551 h 6858000"/>
              <a:gd name="connsiteX86" fmla="*/ 1481070 w 4897678"/>
              <a:gd name="connsiteY86" fmla="*/ 69025 h 6858000"/>
              <a:gd name="connsiteX87" fmla="*/ 1504205 w 4897678"/>
              <a:gd name="connsiteY87" fmla="*/ 42915 h 6858000"/>
              <a:gd name="connsiteX88" fmla="*/ 1553576 w 4897678"/>
              <a:gd name="connsiteY88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524753 w 4897678"/>
              <a:gd name="connsiteY36" fmla="*/ 4951448 h 6858000"/>
              <a:gd name="connsiteX37" fmla="*/ 916267 w 4897678"/>
              <a:gd name="connsiteY37" fmla="*/ 4639226 h 6858000"/>
              <a:gd name="connsiteX38" fmla="*/ 960970 w 4897678"/>
              <a:gd name="connsiteY38" fmla="*/ 4458968 h 6858000"/>
              <a:gd name="connsiteX39" fmla="*/ 974467 w 4897678"/>
              <a:gd name="connsiteY39" fmla="*/ 4400454 h 6858000"/>
              <a:gd name="connsiteX40" fmla="*/ 1019252 w 4897678"/>
              <a:gd name="connsiteY40" fmla="*/ 4326337 h 6858000"/>
              <a:gd name="connsiteX41" fmla="*/ 1097435 w 4897678"/>
              <a:gd name="connsiteY41" fmla="*/ 4004432 h 6858000"/>
              <a:gd name="connsiteX42" fmla="*/ 1115477 w 4897678"/>
              <a:gd name="connsiteY42" fmla="*/ 3887430 h 6858000"/>
              <a:gd name="connsiteX43" fmla="*/ 1129980 w 4897678"/>
              <a:gd name="connsiteY43" fmla="*/ 3841018 h 6858000"/>
              <a:gd name="connsiteX44" fmla="*/ 1128054 w 4897678"/>
              <a:gd name="connsiteY44" fmla="*/ 3833633 h 6858000"/>
              <a:gd name="connsiteX45" fmla="*/ 1144766 w 4897678"/>
              <a:gd name="connsiteY45" fmla="*/ 3703595 h 6858000"/>
              <a:gd name="connsiteX46" fmla="*/ 1146269 w 4897678"/>
              <a:gd name="connsiteY46" fmla="*/ 3675779 h 6858000"/>
              <a:gd name="connsiteX47" fmla="*/ 1145250 w 4897678"/>
              <a:gd name="connsiteY47" fmla="*/ 3673177 h 6858000"/>
              <a:gd name="connsiteX48" fmla="*/ 1145144 w 4897678"/>
              <a:gd name="connsiteY48" fmla="*/ 3399727 h 6858000"/>
              <a:gd name="connsiteX49" fmla="*/ 1153102 w 4897678"/>
              <a:gd name="connsiteY49" fmla="*/ 3022588 h 6858000"/>
              <a:gd name="connsiteX50" fmla="*/ 1187493 w 4897678"/>
              <a:gd name="connsiteY50" fmla="*/ 2780324 h 6858000"/>
              <a:gd name="connsiteX51" fmla="*/ 1174471 w 4897678"/>
              <a:gd name="connsiteY51" fmla="*/ 2636046 h 6858000"/>
              <a:gd name="connsiteX52" fmla="*/ 1173030 w 4897678"/>
              <a:gd name="connsiteY52" fmla="*/ 2517573 h 6858000"/>
              <a:gd name="connsiteX53" fmla="*/ 1179971 w 4897678"/>
              <a:gd name="connsiteY53" fmla="*/ 2259305 h 6858000"/>
              <a:gd name="connsiteX54" fmla="*/ 1180091 w 4897678"/>
              <a:gd name="connsiteY54" fmla="*/ 2154737 h 6858000"/>
              <a:gd name="connsiteX55" fmla="*/ 1173497 w 4897678"/>
              <a:gd name="connsiteY55" fmla="*/ 2118139 h 6858000"/>
              <a:gd name="connsiteX56" fmla="*/ 1168754 w 4897678"/>
              <a:gd name="connsiteY56" fmla="*/ 2064932 h 6858000"/>
              <a:gd name="connsiteX57" fmla="*/ 1175360 w 4897678"/>
              <a:gd name="connsiteY57" fmla="*/ 2031780 h 6858000"/>
              <a:gd name="connsiteX58" fmla="*/ 1175420 w 4897678"/>
              <a:gd name="connsiteY58" fmla="*/ 2025741 h 6858000"/>
              <a:gd name="connsiteX59" fmla="*/ 1192392 w 4897678"/>
              <a:gd name="connsiteY59" fmla="*/ 1985855 h 6858000"/>
              <a:gd name="connsiteX60" fmla="*/ 1240537 w 4897678"/>
              <a:gd name="connsiteY60" fmla="*/ 1810891 h 6858000"/>
              <a:gd name="connsiteX61" fmla="*/ 1262324 w 4897678"/>
              <a:gd name="connsiteY61" fmla="*/ 1680343 h 6858000"/>
              <a:gd name="connsiteX62" fmla="*/ 1264475 w 4897678"/>
              <a:gd name="connsiteY62" fmla="*/ 1634781 h 6858000"/>
              <a:gd name="connsiteX63" fmla="*/ 1268425 w 4897678"/>
              <a:gd name="connsiteY63" fmla="*/ 1558391 h 6858000"/>
              <a:gd name="connsiteX64" fmla="*/ 1263100 w 4897678"/>
              <a:gd name="connsiteY64" fmla="*/ 1489998 h 6858000"/>
              <a:gd name="connsiteX65" fmla="*/ 1286195 w 4897678"/>
              <a:gd name="connsiteY65" fmla="*/ 1421105 h 6858000"/>
              <a:gd name="connsiteX66" fmla="*/ 1298315 w 4897678"/>
              <a:gd name="connsiteY66" fmla="*/ 1361656 h 6858000"/>
              <a:gd name="connsiteX67" fmla="*/ 1294008 w 4897678"/>
              <a:gd name="connsiteY67" fmla="*/ 1357170 h 6858000"/>
              <a:gd name="connsiteX68" fmla="*/ 1295031 w 4897678"/>
              <a:gd name="connsiteY68" fmla="*/ 1349556 h 6858000"/>
              <a:gd name="connsiteX69" fmla="*/ 1301170 w 4897678"/>
              <a:gd name="connsiteY69" fmla="*/ 1345177 h 6858000"/>
              <a:gd name="connsiteX70" fmla="*/ 1337115 w 4897678"/>
              <a:gd name="connsiteY70" fmla="*/ 1249089 h 6858000"/>
              <a:gd name="connsiteX71" fmla="*/ 1335308 w 4897678"/>
              <a:gd name="connsiteY71" fmla="*/ 1164961 h 6858000"/>
              <a:gd name="connsiteX72" fmla="*/ 1365049 w 4897678"/>
              <a:gd name="connsiteY72" fmla="*/ 1102487 h 6858000"/>
              <a:gd name="connsiteX73" fmla="*/ 1380977 w 4897678"/>
              <a:gd name="connsiteY73" fmla="*/ 1051638 h 6858000"/>
              <a:gd name="connsiteX74" fmla="*/ 1360650 w 4897678"/>
              <a:gd name="connsiteY74" fmla="*/ 950605 h 6858000"/>
              <a:gd name="connsiteX75" fmla="*/ 1321700 w 4897678"/>
              <a:gd name="connsiteY75" fmla="*/ 890133 h 6858000"/>
              <a:gd name="connsiteX76" fmla="*/ 1306943 w 4897678"/>
              <a:gd name="connsiteY76" fmla="*/ 779617 h 6858000"/>
              <a:gd name="connsiteX77" fmla="*/ 1304115 w 4897678"/>
              <a:gd name="connsiteY77" fmla="*/ 737583 h 6858000"/>
              <a:gd name="connsiteX78" fmla="*/ 1363659 w 4897678"/>
              <a:gd name="connsiteY78" fmla="*/ 600848 h 6858000"/>
              <a:gd name="connsiteX79" fmla="*/ 1357066 w 4897678"/>
              <a:gd name="connsiteY79" fmla="*/ 530653 h 6858000"/>
              <a:gd name="connsiteX80" fmla="*/ 1373630 w 4897678"/>
              <a:gd name="connsiteY80" fmla="*/ 455615 h 6858000"/>
              <a:gd name="connsiteX81" fmla="*/ 1413997 w 4897678"/>
              <a:gd name="connsiteY81" fmla="*/ 334926 h 6858000"/>
              <a:gd name="connsiteX82" fmla="*/ 1442766 w 4897678"/>
              <a:gd name="connsiteY82" fmla="*/ 236597 h 6858000"/>
              <a:gd name="connsiteX83" fmla="*/ 1470206 w 4897678"/>
              <a:gd name="connsiteY83" fmla="*/ 182099 h 6858000"/>
              <a:gd name="connsiteX84" fmla="*/ 1462879 w 4897678"/>
              <a:gd name="connsiteY84" fmla="*/ 128551 h 6858000"/>
              <a:gd name="connsiteX85" fmla="*/ 1481070 w 4897678"/>
              <a:gd name="connsiteY85" fmla="*/ 69025 h 6858000"/>
              <a:gd name="connsiteX86" fmla="*/ 1504205 w 4897678"/>
              <a:gd name="connsiteY86" fmla="*/ 42915 h 6858000"/>
              <a:gd name="connsiteX87" fmla="*/ 1553576 w 4897678"/>
              <a:gd name="connsiteY87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545298 w 4897678"/>
              <a:gd name="connsiteY35" fmla="*/ 4960267 h 6858000"/>
              <a:gd name="connsiteX36" fmla="*/ 739205 w 4897678"/>
              <a:gd name="connsiteY36" fmla="*/ 4844222 h 6858000"/>
              <a:gd name="connsiteX37" fmla="*/ 916267 w 4897678"/>
              <a:gd name="connsiteY37" fmla="*/ 4639226 h 6858000"/>
              <a:gd name="connsiteX38" fmla="*/ 960970 w 4897678"/>
              <a:gd name="connsiteY38" fmla="*/ 4458968 h 6858000"/>
              <a:gd name="connsiteX39" fmla="*/ 974467 w 4897678"/>
              <a:gd name="connsiteY39" fmla="*/ 4400454 h 6858000"/>
              <a:gd name="connsiteX40" fmla="*/ 1019252 w 4897678"/>
              <a:gd name="connsiteY40" fmla="*/ 4326337 h 6858000"/>
              <a:gd name="connsiteX41" fmla="*/ 1097435 w 4897678"/>
              <a:gd name="connsiteY41" fmla="*/ 4004432 h 6858000"/>
              <a:gd name="connsiteX42" fmla="*/ 1115477 w 4897678"/>
              <a:gd name="connsiteY42" fmla="*/ 3887430 h 6858000"/>
              <a:gd name="connsiteX43" fmla="*/ 1129980 w 4897678"/>
              <a:gd name="connsiteY43" fmla="*/ 3841018 h 6858000"/>
              <a:gd name="connsiteX44" fmla="*/ 1128054 w 4897678"/>
              <a:gd name="connsiteY44" fmla="*/ 3833633 h 6858000"/>
              <a:gd name="connsiteX45" fmla="*/ 1144766 w 4897678"/>
              <a:gd name="connsiteY45" fmla="*/ 3703595 h 6858000"/>
              <a:gd name="connsiteX46" fmla="*/ 1146269 w 4897678"/>
              <a:gd name="connsiteY46" fmla="*/ 3675779 h 6858000"/>
              <a:gd name="connsiteX47" fmla="*/ 1145250 w 4897678"/>
              <a:gd name="connsiteY47" fmla="*/ 3673177 h 6858000"/>
              <a:gd name="connsiteX48" fmla="*/ 1145144 w 4897678"/>
              <a:gd name="connsiteY48" fmla="*/ 3399727 h 6858000"/>
              <a:gd name="connsiteX49" fmla="*/ 1153102 w 4897678"/>
              <a:gd name="connsiteY49" fmla="*/ 3022588 h 6858000"/>
              <a:gd name="connsiteX50" fmla="*/ 1187493 w 4897678"/>
              <a:gd name="connsiteY50" fmla="*/ 2780324 h 6858000"/>
              <a:gd name="connsiteX51" fmla="*/ 1174471 w 4897678"/>
              <a:gd name="connsiteY51" fmla="*/ 2636046 h 6858000"/>
              <a:gd name="connsiteX52" fmla="*/ 1173030 w 4897678"/>
              <a:gd name="connsiteY52" fmla="*/ 2517573 h 6858000"/>
              <a:gd name="connsiteX53" fmla="*/ 1179971 w 4897678"/>
              <a:gd name="connsiteY53" fmla="*/ 2259305 h 6858000"/>
              <a:gd name="connsiteX54" fmla="*/ 1180091 w 4897678"/>
              <a:gd name="connsiteY54" fmla="*/ 2154737 h 6858000"/>
              <a:gd name="connsiteX55" fmla="*/ 1173497 w 4897678"/>
              <a:gd name="connsiteY55" fmla="*/ 2118139 h 6858000"/>
              <a:gd name="connsiteX56" fmla="*/ 1168754 w 4897678"/>
              <a:gd name="connsiteY56" fmla="*/ 2064932 h 6858000"/>
              <a:gd name="connsiteX57" fmla="*/ 1175360 w 4897678"/>
              <a:gd name="connsiteY57" fmla="*/ 2031780 h 6858000"/>
              <a:gd name="connsiteX58" fmla="*/ 1175420 w 4897678"/>
              <a:gd name="connsiteY58" fmla="*/ 2025741 h 6858000"/>
              <a:gd name="connsiteX59" fmla="*/ 1192392 w 4897678"/>
              <a:gd name="connsiteY59" fmla="*/ 1985855 h 6858000"/>
              <a:gd name="connsiteX60" fmla="*/ 1240537 w 4897678"/>
              <a:gd name="connsiteY60" fmla="*/ 1810891 h 6858000"/>
              <a:gd name="connsiteX61" fmla="*/ 1262324 w 4897678"/>
              <a:gd name="connsiteY61" fmla="*/ 1680343 h 6858000"/>
              <a:gd name="connsiteX62" fmla="*/ 1264475 w 4897678"/>
              <a:gd name="connsiteY62" fmla="*/ 1634781 h 6858000"/>
              <a:gd name="connsiteX63" fmla="*/ 1268425 w 4897678"/>
              <a:gd name="connsiteY63" fmla="*/ 1558391 h 6858000"/>
              <a:gd name="connsiteX64" fmla="*/ 1263100 w 4897678"/>
              <a:gd name="connsiteY64" fmla="*/ 1489998 h 6858000"/>
              <a:gd name="connsiteX65" fmla="*/ 1286195 w 4897678"/>
              <a:gd name="connsiteY65" fmla="*/ 1421105 h 6858000"/>
              <a:gd name="connsiteX66" fmla="*/ 1298315 w 4897678"/>
              <a:gd name="connsiteY66" fmla="*/ 1361656 h 6858000"/>
              <a:gd name="connsiteX67" fmla="*/ 1294008 w 4897678"/>
              <a:gd name="connsiteY67" fmla="*/ 1357170 h 6858000"/>
              <a:gd name="connsiteX68" fmla="*/ 1295031 w 4897678"/>
              <a:gd name="connsiteY68" fmla="*/ 1349556 h 6858000"/>
              <a:gd name="connsiteX69" fmla="*/ 1301170 w 4897678"/>
              <a:gd name="connsiteY69" fmla="*/ 1345177 h 6858000"/>
              <a:gd name="connsiteX70" fmla="*/ 1337115 w 4897678"/>
              <a:gd name="connsiteY70" fmla="*/ 1249089 h 6858000"/>
              <a:gd name="connsiteX71" fmla="*/ 1335308 w 4897678"/>
              <a:gd name="connsiteY71" fmla="*/ 1164961 h 6858000"/>
              <a:gd name="connsiteX72" fmla="*/ 1365049 w 4897678"/>
              <a:gd name="connsiteY72" fmla="*/ 1102487 h 6858000"/>
              <a:gd name="connsiteX73" fmla="*/ 1380977 w 4897678"/>
              <a:gd name="connsiteY73" fmla="*/ 1051638 h 6858000"/>
              <a:gd name="connsiteX74" fmla="*/ 1360650 w 4897678"/>
              <a:gd name="connsiteY74" fmla="*/ 950605 h 6858000"/>
              <a:gd name="connsiteX75" fmla="*/ 1321700 w 4897678"/>
              <a:gd name="connsiteY75" fmla="*/ 890133 h 6858000"/>
              <a:gd name="connsiteX76" fmla="*/ 1306943 w 4897678"/>
              <a:gd name="connsiteY76" fmla="*/ 779617 h 6858000"/>
              <a:gd name="connsiteX77" fmla="*/ 1304115 w 4897678"/>
              <a:gd name="connsiteY77" fmla="*/ 737583 h 6858000"/>
              <a:gd name="connsiteX78" fmla="*/ 1363659 w 4897678"/>
              <a:gd name="connsiteY78" fmla="*/ 600848 h 6858000"/>
              <a:gd name="connsiteX79" fmla="*/ 1357066 w 4897678"/>
              <a:gd name="connsiteY79" fmla="*/ 530653 h 6858000"/>
              <a:gd name="connsiteX80" fmla="*/ 1373630 w 4897678"/>
              <a:gd name="connsiteY80" fmla="*/ 455615 h 6858000"/>
              <a:gd name="connsiteX81" fmla="*/ 1413997 w 4897678"/>
              <a:gd name="connsiteY81" fmla="*/ 334926 h 6858000"/>
              <a:gd name="connsiteX82" fmla="*/ 1442766 w 4897678"/>
              <a:gd name="connsiteY82" fmla="*/ 236597 h 6858000"/>
              <a:gd name="connsiteX83" fmla="*/ 1470206 w 4897678"/>
              <a:gd name="connsiteY83" fmla="*/ 182099 h 6858000"/>
              <a:gd name="connsiteX84" fmla="*/ 1462879 w 4897678"/>
              <a:gd name="connsiteY84" fmla="*/ 128551 h 6858000"/>
              <a:gd name="connsiteX85" fmla="*/ 1481070 w 4897678"/>
              <a:gd name="connsiteY85" fmla="*/ 69025 h 6858000"/>
              <a:gd name="connsiteX86" fmla="*/ 1504205 w 4897678"/>
              <a:gd name="connsiteY86" fmla="*/ 42915 h 6858000"/>
              <a:gd name="connsiteX87" fmla="*/ 1553576 w 4897678"/>
              <a:gd name="connsiteY87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58755 w 4897678"/>
              <a:gd name="connsiteY28" fmla="*/ 5372912 h 6858000"/>
              <a:gd name="connsiteX29" fmla="*/ 376460 w 4897678"/>
              <a:gd name="connsiteY29" fmla="*/ 5308801 h 6858000"/>
              <a:gd name="connsiteX30" fmla="*/ 378745 w 4897678"/>
              <a:gd name="connsiteY30" fmla="*/ 5296204 h 6858000"/>
              <a:gd name="connsiteX31" fmla="*/ 402007 w 4897678"/>
              <a:gd name="connsiteY31" fmla="*/ 5241278 h 6858000"/>
              <a:gd name="connsiteX32" fmla="*/ 410672 w 4897678"/>
              <a:gd name="connsiteY32" fmla="*/ 5231022 h 6858000"/>
              <a:gd name="connsiteX33" fmla="*/ 442663 w 4897678"/>
              <a:gd name="connsiteY33" fmla="*/ 5192994 h 6858000"/>
              <a:gd name="connsiteX34" fmla="*/ 488625 w 4897678"/>
              <a:gd name="connsiteY34" fmla="*/ 5065268 h 6858000"/>
              <a:gd name="connsiteX35" fmla="*/ 604868 w 4897678"/>
              <a:gd name="connsiteY35" fmla="*/ 4966224 h 6858000"/>
              <a:gd name="connsiteX36" fmla="*/ 739205 w 4897678"/>
              <a:gd name="connsiteY36" fmla="*/ 4844222 h 6858000"/>
              <a:gd name="connsiteX37" fmla="*/ 916267 w 4897678"/>
              <a:gd name="connsiteY37" fmla="*/ 4639226 h 6858000"/>
              <a:gd name="connsiteX38" fmla="*/ 960970 w 4897678"/>
              <a:gd name="connsiteY38" fmla="*/ 4458968 h 6858000"/>
              <a:gd name="connsiteX39" fmla="*/ 974467 w 4897678"/>
              <a:gd name="connsiteY39" fmla="*/ 4400454 h 6858000"/>
              <a:gd name="connsiteX40" fmla="*/ 1019252 w 4897678"/>
              <a:gd name="connsiteY40" fmla="*/ 4326337 h 6858000"/>
              <a:gd name="connsiteX41" fmla="*/ 1097435 w 4897678"/>
              <a:gd name="connsiteY41" fmla="*/ 4004432 h 6858000"/>
              <a:gd name="connsiteX42" fmla="*/ 1115477 w 4897678"/>
              <a:gd name="connsiteY42" fmla="*/ 3887430 h 6858000"/>
              <a:gd name="connsiteX43" fmla="*/ 1129980 w 4897678"/>
              <a:gd name="connsiteY43" fmla="*/ 3841018 h 6858000"/>
              <a:gd name="connsiteX44" fmla="*/ 1128054 w 4897678"/>
              <a:gd name="connsiteY44" fmla="*/ 3833633 h 6858000"/>
              <a:gd name="connsiteX45" fmla="*/ 1144766 w 4897678"/>
              <a:gd name="connsiteY45" fmla="*/ 3703595 h 6858000"/>
              <a:gd name="connsiteX46" fmla="*/ 1146269 w 4897678"/>
              <a:gd name="connsiteY46" fmla="*/ 3675779 h 6858000"/>
              <a:gd name="connsiteX47" fmla="*/ 1145250 w 4897678"/>
              <a:gd name="connsiteY47" fmla="*/ 3673177 h 6858000"/>
              <a:gd name="connsiteX48" fmla="*/ 1145144 w 4897678"/>
              <a:gd name="connsiteY48" fmla="*/ 3399727 h 6858000"/>
              <a:gd name="connsiteX49" fmla="*/ 1153102 w 4897678"/>
              <a:gd name="connsiteY49" fmla="*/ 3022588 h 6858000"/>
              <a:gd name="connsiteX50" fmla="*/ 1187493 w 4897678"/>
              <a:gd name="connsiteY50" fmla="*/ 2780324 h 6858000"/>
              <a:gd name="connsiteX51" fmla="*/ 1174471 w 4897678"/>
              <a:gd name="connsiteY51" fmla="*/ 2636046 h 6858000"/>
              <a:gd name="connsiteX52" fmla="*/ 1173030 w 4897678"/>
              <a:gd name="connsiteY52" fmla="*/ 2517573 h 6858000"/>
              <a:gd name="connsiteX53" fmla="*/ 1179971 w 4897678"/>
              <a:gd name="connsiteY53" fmla="*/ 2259305 h 6858000"/>
              <a:gd name="connsiteX54" fmla="*/ 1180091 w 4897678"/>
              <a:gd name="connsiteY54" fmla="*/ 2154737 h 6858000"/>
              <a:gd name="connsiteX55" fmla="*/ 1173497 w 4897678"/>
              <a:gd name="connsiteY55" fmla="*/ 2118139 h 6858000"/>
              <a:gd name="connsiteX56" fmla="*/ 1168754 w 4897678"/>
              <a:gd name="connsiteY56" fmla="*/ 2064932 h 6858000"/>
              <a:gd name="connsiteX57" fmla="*/ 1175360 w 4897678"/>
              <a:gd name="connsiteY57" fmla="*/ 2031780 h 6858000"/>
              <a:gd name="connsiteX58" fmla="*/ 1175420 w 4897678"/>
              <a:gd name="connsiteY58" fmla="*/ 2025741 h 6858000"/>
              <a:gd name="connsiteX59" fmla="*/ 1192392 w 4897678"/>
              <a:gd name="connsiteY59" fmla="*/ 1985855 h 6858000"/>
              <a:gd name="connsiteX60" fmla="*/ 1240537 w 4897678"/>
              <a:gd name="connsiteY60" fmla="*/ 1810891 h 6858000"/>
              <a:gd name="connsiteX61" fmla="*/ 1262324 w 4897678"/>
              <a:gd name="connsiteY61" fmla="*/ 1680343 h 6858000"/>
              <a:gd name="connsiteX62" fmla="*/ 1264475 w 4897678"/>
              <a:gd name="connsiteY62" fmla="*/ 1634781 h 6858000"/>
              <a:gd name="connsiteX63" fmla="*/ 1268425 w 4897678"/>
              <a:gd name="connsiteY63" fmla="*/ 1558391 h 6858000"/>
              <a:gd name="connsiteX64" fmla="*/ 1263100 w 4897678"/>
              <a:gd name="connsiteY64" fmla="*/ 1489998 h 6858000"/>
              <a:gd name="connsiteX65" fmla="*/ 1286195 w 4897678"/>
              <a:gd name="connsiteY65" fmla="*/ 1421105 h 6858000"/>
              <a:gd name="connsiteX66" fmla="*/ 1298315 w 4897678"/>
              <a:gd name="connsiteY66" fmla="*/ 1361656 h 6858000"/>
              <a:gd name="connsiteX67" fmla="*/ 1294008 w 4897678"/>
              <a:gd name="connsiteY67" fmla="*/ 1357170 h 6858000"/>
              <a:gd name="connsiteX68" fmla="*/ 1295031 w 4897678"/>
              <a:gd name="connsiteY68" fmla="*/ 1349556 h 6858000"/>
              <a:gd name="connsiteX69" fmla="*/ 1301170 w 4897678"/>
              <a:gd name="connsiteY69" fmla="*/ 1345177 h 6858000"/>
              <a:gd name="connsiteX70" fmla="*/ 1337115 w 4897678"/>
              <a:gd name="connsiteY70" fmla="*/ 1249089 h 6858000"/>
              <a:gd name="connsiteX71" fmla="*/ 1335308 w 4897678"/>
              <a:gd name="connsiteY71" fmla="*/ 1164961 h 6858000"/>
              <a:gd name="connsiteX72" fmla="*/ 1365049 w 4897678"/>
              <a:gd name="connsiteY72" fmla="*/ 1102487 h 6858000"/>
              <a:gd name="connsiteX73" fmla="*/ 1380977 w 4897678"/>
              <a:gd name="connsiteY73" fmla="*/ 1051638 h 6858000"/>
              <a:gd name="connsiteX74" fmla="*/ 1360650 w 4897678"/>
              <a:gd name="connsiteY74" fmla="*/ 950605 h 6858000"/>
              <a:gd name="connsiteX75" fmla="*/ 1321700 w 4897678"/>
              <a:gd name="connsiteY75" fmla="*/ 890133 h 6858000"/>
              <a:gd name="connsiteX76" fmla="*/ 1306943 w 4897678"/>
              <a:gd name="connsiteY76" fmla="*/ 779617 h 6858000"/>
              <a:gd name="connsiteX77" fmla="*/ 1304115 w 4897678"/>
              <a:gd name="connsiteY77" fmla="*/ 737583 h 6858000"/>
              <a:gd name="connsiteX78" fmla="*/ 1363659 w 4897678"/>
              <a:gd name="connsiteY78" fmla="*/ 600848 h 6858000"/>
              <a:gd name="connsiteX79" fmla="*/ 1357066 w 4897678"/>
              <a:gd name="connsiteY79" fmla="*/ 530653 h 6858000"/>
              <a:gd name="connsiteX80" fmla="*/ 1373630 w 4897678"/>
              <a:gd name="connsiteY80" fmla="*/ 455615 h 6858000"/>
              <a:gd name="connsiteX81" fmla="*/ 1413997 w 4897678"/>
              <a:gd name="connsiteY81" fmla="*/ 334926 h 6858000"/>
              <a:gd name="connsiteX82" fmla="*/ 1442766 w 4897678"/>
              <a:gd name="connsiteY82" fmla="*/ 236597 h 6858000"/>
              <a:gd name="connsiteX83" fmla="*/ 1470206 w 4897678"/>
              <a:gd name="connsiteY83" fmla="*/ 182099 h 6858000"/>
              <a:gd name="connsiteX84" fmla="*/ 1462879 w 4897678"/>
              <a:gd name="connsiteY84" fmla="*/ 128551 h 6858000"/>
              <a:gd name="connsiteX85" fmla="*/ 1481070 w 4897678"/>
              <a:gd name="connsiteY85" fmla="*/ 69025 h 6858000"/>
              <a:gd name="connsiteX86" fmla="*/ 1504205 w 4897678"/>
              <a:gd name="connsiteY86" fmla="*/ 42915 h 6858000"/>
              <a:gd name="connsiteX87" fmla="*/ 1553576 w 4897678"/>
              <a:gd name="connsiteY87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76460 w 4897678"/>
              <a:gd name="connsiteY28" fmla="*/ 5308801 h 6858000"/>
              <a:gd name="connsiteX29" fmla="*/ 378745 w 4897678"/>
              <a:gd name="connsiteY29" fmla="*/ 5296204 h 6858000"/>
              <a:gd name="connsiteX30" fmla="*/ 402007 w 4897678"/>
              <a:gd name="connsiteY30" fmla="*/ 5241278 h 6858000"/>
              <a:gd name="connsiteX31" fmla="*/ 410672 w 4897678"/>
              <a:gd name="connsiteY31" fmla="*/ 5231022 h 6858000"/>
              <a:gd name="connsiteX32" fmla="*/ 442663 w 4897678"/>
              <a:gd name="connsiteY32" fmla="*/ 5192994 h 6858000"/>
              <a:gd name="connsiteX33" fmla="*/ 488625 w 4897678"/>
              <a:gd name="connsiteY33" fmla="*/ 5065268 h 6858000"/>
              <a:gd name="connsiteX34" fmla="*/ 604868 w 4897678"/>
              <a:gd name="connsiteY34" fmla="*/ 4966224 h 6858000"/>
              <a:gd name="connsiteX35" fmla="*/ 739205 w 4897678"/>
              <a:gd name="connsiteY35" fmla="*/ 4844222 h 6858000"/>
              <a:gd name="connsiteX36" fmla="*/ 916267 w 4897678"/>
              <a:gd name="connsiteY36" fmla="*/ 4639226 h 6858000"/>
              <a:gd name="connsiteX37" fmla="*/ 960970 w 4897678"/>
              <a:gd name="connsiteY37" fmla="*/ 4458968 h 6858000"/>
              <a:gd name="connsiteX38" fmla="*/ 974467 w 4897678"/>
              <a:gd name="connsiteY38" fmla="*/ 4400454 h 6858000"/>
              <a:gd name="connsiteX39" fmla="*/ 1019252 w 4897678"/>
              <a:gd name="connsiteY39" fmla="*/ 4326337 h 6858000"/>
              <a:gd name="connsiteX40" fmla="*/ 1097435 w 4897678"/>
              <a:gd name="connsiteY40" fmla="*/ 4004432 h 6858000"/>
              <a:gd name="connsiteX41" fmla="*/ 1115477 w 4897678"/>
              <a:gd name="connsiteY41" fmla="*/ 3887430 h 6858000"/>
              <a:gd name="connsiteX42" fmla="*/ 1129980 w 4897678"/>
              <a:gd name="connsiteY42" fmla="*/ 3841018 h 6858000"/>
              <a:gd name="connsiteX43" fmla="*/ 1128054 w 4897678"/>
              <a:gd name="connsiteY43" fmla="*/ 3833633 h 6858000"/>
              <a:gd name="connsiteX44" fmla="*/ 1144766 w 4897678"/>
              <a:gd name="connsiteY44" fmla="*/ 3703595 h 6858000"/>
              <a:gd name="connsiteX45" fmla="*/ 1146269 w 4897678"/>
              <a:gd name="connsiteY45" fmla="*/ 3675779 h 6858000"/>
              <a:gd name="connsiteX46" fmla="*/ 1145250 w 4897678"/>
              <a:gd name="connsiteY46" fmla="*/ 3673177 h 6858000"/>
              <a:gd name="connsiteX47" fmla="*/ 1145144 w 4897678"/>
              <a:gd name="connsiteY47" fmla="*/ 3399727 h 6858000"/>
              <a:gd name="connsiteX48" fmla="*/ 1153102 w 4897678"/>
              <a:gd name="connsiteY48" fmla="*/ 3022588 h 6858000"/>
              <a:gd name="connsiteX49" fmla="*/ 1187493 w 4897678"/>
              <a:gd name="connsiteY49" fmla="*/ 2780324 h 6858000"/>
              <a:gd name="connsiteX50" fmla="*/ 1174471 w 4897678"/>
              <a:gd name="connsiteY50" fmla="*/ 2636046 h 6858000"/>
              <a:gd name="connsiteX51" fmla="*/ 1173030 w 4897678"/>
              <a:gd name="connsiteY51" fmla="*/ 2517573 h 6858000"/>
              <a:gd name="connsiteX52" fmla="*/ 1179971 w 4897678"/>
              <a:gd name="connsiteY52" fmla="*/ 2259305 h 6858000"/>
              <a:gd name="connsiteX53" fmla="*/ 1180091 w 4897678"/>
              <a:gd name="connsiteY53" fmla="*/ 2154737 h 6858000"/>
              <a:gd name="connsiteX54" fmla="*/ 1173497 w 4897678"/>
              <a:gd name="connsiteY54" fmla="*/ 2118139 h 6858000"/>
              <a:gd name="connsiteX55" fmla="*/ 1168754 w 4897678"/>
              <a:gd name="connsiteY55" fmla="*/ 2064932 h 6858000"/>
              <a:gd name="connsiteX56" fmla="*/ 1175360 w 4897678"/>
              <a:gd name="connsiteY56" fmla="*/ 2031780 h 6858000"/>
              <a:gd name="connsiteX57" fmla="*/ 1175420 w 4897678"/>
              <a:gd name="connsiteY57" fmla="*/ 2025741 h 6858000"/>
              <a:gd name="connsiteX58" fmla="*/ 1192392 w 4897678"/>
              <a:gd name="connsiteY58" fmla="*/ 1985855 h 6858000"/>
              <a:gd name="connsiteX59" fmla="*/ 1240537 w 4897678"/>
              <a:gd name="connsiteY59" fmla="*/ 1810891 h 6858000"/>
              <a:gd name="connsiteX60" fmla="*/ 1262324 w 4897678"/>
              <a:gd name="connsiteY60" fmla="*/ 1680343 h 6858000"/>
              <a:gd name="connsiteX61" fmla="*/ 1264475 w 4897678"/>
              <a:gd name="connsiteY61" fmla="*/ 1634781 h 6858000"/>
              <a:gd name="connsiteX62" fmla="*/ 1268425 w 4897678"/>
              <a:gd name="connsiteY62" fmla="*/ 1558391 h 6858000"/>
              <a:gd name="connsiteX63" fmla="*/ 1263100 w 4897678"/>
              <a:gd name="connsiteY63" fmla="*/ 1489998 h 6858000"/>
              <a:gd name="connsiteX64" fmla="*/ 1286195 w 4897678"/>
              <a:gd name="connsiteY64" fmla="*/ 1421105 h 6858000"/>
              <a:gd name="connsiteX65" fmla="*/ 1298315 w 4897678"/>
              <a:gd name="connsiteY65" fmla="*/ 1361656 h 6858000"/>
              <a:gd name="connsiteX66" fmla="*/ 1294008 w 4897678"/>
              <a:gd name="connsiteY66" fmla="*/ 1357170 h 6858000"/>
              <a:gd name="connsiteX67" fmla="*/ 1295031 w 4897678"/>
              <a:gd name="connsiteY67" fmla="*/ 1349556 h 6858000"/>
              <a:gd name="connsiteX68" fmla="*/ 1301170 w 4897678"/>
              <a:gd name="connsiteY68" fmla="*/ 1345177 h 6858000"/>
              <a:gd name="connsiteX69" fmla="*/ 1337115 w 4897678"/>
              <a:gd name="connsiteY69" fmla="*/ 1249089 h 6858000"/>
              <a:gd name="connsiteX70" fmla="*/ 1335308 w 4897678"/>
              <a:gd name="connsiteY70" fmla="*/ 1164961 h 6858000"/>
              <a:gd name="connsiteX71" fmla="*/ 1365049 w 4897678"/>
              <a:gd name="connsiteY71" fmla="*/ 1102487 h 6858000"/>
              <a:gd name="connsiteX72" fmla="*/ 1380977 w 4897678"/>
              <a:gd name="connsiteY72" fmla="*/ 1051638 h 6858000"/>
              <a:gd name="connsiteX73" fmla="*/ 1360650 w 4897678"/>
              <a:gd name="connsiteY73" fmla="*/ 950605 h 6858000"/>
              <a:gd name="connsiteX74" fmla="*/ 1321700 w 4897678"/>
              <a:gd name="connsiteY74" fmla="*/ 890133 h 6858000"/>
              <a:gd name="connsiteX75" fmla="*/ 1306943 w 4897678"/>
              <a:gd name="connsiteY75" fmla="*/ 779617 h 6858000"/>
              <a:gd name="connsiteX76" fmla="*/ 1304115 w 4897678"/>
              <a:gd name="connsiteY76" fmla="*/ 737583 h 6858000"/>
              <a:gd name="connsiteX77" fmla="*/ 1363659 w 4897678"/>
              <a:gd name="connsiteY77" fmla="*/ 600848 h 6858000"/>
              <a:gd name="connsiteX78" fmla="*/ 1357066 w 4897678"/>
              <a:gd name="connsiteY78" fmla="*/ 530653 h 6858000"/>
              <a:gd name="connsiteX79" fmla="*/ 1373630 w 4897678"/>
              <a:gd name="connsiteY79" fmla="*/ 455615 h 6858000"/>
              <a:gd name="connsiteX80" fmla="*/ 1413997 w 4897678"/>
              <a:gd name="connsiteY80" fmla="*/ 334926 h 6858000"/>
              <a:gd name="connsiteX81" fmla="*/ 1442766 w 4897678"/>
              <a:gd name="connsiteY81" fmla="*/ 236597 h 6858000"/>
              <a:gd name="connsiteX82" fmla="*/ 1470206 w 4897678"/>
              <a:gd name="connsiteY82" fmla="*/ 182099 h 6858000"/>
              <a:gd name="connsiteX83" fmla="*/ 1462879 w 4897678"/>
              <a:gd name="connsiteY83" fmla="*/ 128551 h 6858000"/>
              <a:gd name="connsiteX84" fmla="*/ 1481070 w 4897678"/>
              <a:gd name="connsiteY84" fmla="*/ 69025 h 6858000"/>
              <a:gd name="connsiteX85" fmla="*/ 1504205 w 4897678"/>
              <a:gd name="connsiteY85" fmla="*/ 42915 h 6858000"/>
              <a:gd name="connsiteX86" fmla="*/ 1553576 w 4897678"/>
              <a:gd name="connsiteY86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376460 w 4897678"/>
              <a:gd name="connsiteY28" fmla="*/ 5308801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488625 w 4897678"/>
              <a:gd name="connsiteY32" fmla="*/ 5065268 h 6858000"/>
              <a:gd name="connsiteX33" fmla="*/ 604868 w 4897678"/>
              <a:gd name="connsiteY33" fmla="*/ 4966224 h 6858000"/>
              <a:gd name="connsiteX34" fmla="*/ 739205 w 4897678"/>
              <a:gd name="connsiteY34" fmla="*/ 4844222 h 6858000"/>
              <a:gd name="connsiteX35" fmla="*/ 916267 w 4897678"/>
              <a:gd name="connsiteY35" fmla="*/ 4639226 h 6858000"/>
              <a:gd name="connsiteX36" fmla="*/ 960970 w 4897678"/>
              <a:gd name="connsiteY36" fmla="*/ 4458968 h 6858000"/>
              <a:gd name="connsiteX37" fmla="*/ 974467 w 4897678"/>
              <a:gd name="connsiteY37" fmla="*/ 4400454 h 6858000"/>
              <a:gd name="connsiteX38" fmla="*/ 1019252 w 4897678"/>
              <a:gd name="connsiteY38" fmla="*/ 4326337 h 6858000"/>
              <a:gd name="connsiteX39" fmla="*/ 1097435 w 4897678"/>
              <a:gd name="connsiteY39" fmla="*/ 4004432 h 6858000"/>
              <a:gd name="connsiteX40" fmla="*/ 1115477 w 4897678"/>
              <a:gd name="connsiteY40" fmla="*/ 3887430 h 6858000"/>
              <a:gd name="connsiteX41" fmla="*/ 1129980 w 4897678"/>
              <a:gd name="connsiteY41" fmla="*/ 3841018 h 6858000"/>
              <a:gd name="connsiteX42" fmla="*/ 1128054 w 4897678"/>
              <a:gd name="connsiteY42" fmla="*/ 3833633 h 6858000"/>
              <a:gd name="connsiteX43" fmla="*/ 1144766 w 4897678"/>
              <a:gd name="connsiteY43" fmla="*/ 3703595 h 6858000"/>
              <a:gd name="connsiteX44" fmla="*/ 1146269 w 4897678"/>
              <a:gd name="connsiteY44" fmla="*/ 3675779 h 6858000"/>
              <a:gd name="connsiteX45" fmla="*/ 1145250 w 4897678"/>
              <a:gd name="connsiteY45" fmla="*/ 3673177 h 6858000"/>
              <a:gd name="connsiteX46" fmla="*/ 1145144 w 4897678"/>
              <a:gd name="connsiteY46" fmla="*/ 3399727 h 6858000"/>
              <a:gd name="connsiteX47" fmla="*/ 1153102 w 4897678"/>
              <a:gd name="connsiteY47" fmla="*/ 3022588 h 6858000"/>
              <a:gd name="connsiteX48" fmla="*/ 1187493 w 4897678"/>
              <a:gd name="connsiteY48" fmla="*/ 2780324 h 6858000"/>
              <a:gd name="connsiteX49" fmla="*/ 1174471 w 4897678"/>
              <a:gd name="connsiteY49" fmla="*/ 2636046 h 6858000"/>
              <a:gd name="connsiteX50" fmla="*/ 1173030 w 4897678"/>
              <a:gd name="connsiteY50" fmla="*/ 2517573 h 6858000"/>
              <a:gd name="connsiteX51" fmla="*/ 1179971 w 4897678"/>
              <a:gd name="connsiteY51" fmla="*/ 2259305 h 6858000"/>
              <a:gd name="connsiteX52" fmla="*/ 1180091 w 4897678"/>
              <a:gd name="connsiteY52" fmla="*/ 2154737 h 6858000"/>
              <a:gd name="connsiteX53" fmla="*/ 1173497 w 4897678"/>
              <a:gd name="connsiteY53" fmla="*/ 2118139 h 6858000"/>
              <a:gd name="connsiteX54" fmla="*/ 1168754 w 4897678"/>
              <a:gd name="connsiteY54" fmla="*/ 2064932 h 6858000"/>
              <a:gd name="connsiteX55" fmla="*/ 1175360 w 4897678"/>
              <a:gd name="connsiteY55" fmla="*/ 2031780 h 6858000"/>
              <a:gd name="connsiteX56" fmla="*/ 1175420 w 4897678"/>
              <a:gd name="connsiteY56" fmla="*/ 2025741 h 6858000"/>
              <a:gd name="connsiteX57" fmla="*/ 1192392 w 4897678"/>
              <a:gd name="connsiteY57" fmla="*/ 1985855 h 6858000"/>
              <a:gd name="connsiteX58" fmla="*/ 1240537 w 4897678"/>
              <a:gd name="connsiteY58" fmla="*/ 1810891 h 6858000"/>
              <a:gd name="connsiteX59" fmla="*/ 1262324 w 4897678"/>
              <a:gd name="connsiteY59" fmla="*/ 1680343 h 6858000"/>
              <a:gd name="connsiteX60" fmla="*/ 1264475 w 4897678"/>
              <a:gd name="connsiteY60" fmla="*/ 1634781 h 6858000"/>
              <a:gd name="connsiteX61" fmla="*/ 1268425 w 4897678"/>
              <a:gd name="connsiteY61" fmla="*/ 1558391 h 6858000"/>
              <a:gd name="connsiteX62" fmla="*/ 1263100 w 4897678"/>
              <a:gd name="connsiteY62" fmla="*/ 1489998 h 6858000"/>
              <a:gd name="connsiteX63" fmla="*/ 1286195 w 4897678"/>
              <a:gd name="connsiteY63" fmla="*/ 1421105 h 6858000"/>
              <a:gd name="connsiteX64" fmla="*/ 1298315 w 4897678"/>
              <a:gd name="connsiteY64" fmla="*/ 1361656 h 6858000"/>
              <a:gd name="connsiteX65" fmla="*/ 1294008 w 4897678"/>
              <a:gd name="connsiteY65" fmla="*/ 1357170 h 6858000"/>
              <a:gd name="connsiteX66" fmla="*/ 1295031 w 4897678"/>
              <a:gd name="connsiteY66" fmla="*/ 1349556 h 6858000"/>
              <a:gd name="connsiteX67" fmla="*/ 1301170 w 4897678"/>
              <a:gd name="connsiteY67" fmla="*/ 1345177 h 6858000"/>
              <a:gd name="connsiteX68" fmla="*/ 1337115 w 4897678"/>
              <a:gd name="connsiteY68" fmla="*/ 1249089 h 6858000"/>
              <a:gd name="connsiteX69" fmla="*/ 1335308 w 4897678"/>
              <a:gd name="connsiteY69" fmla="*/ 1164961 h 6858000"/>
              <a:gd name="connsiteX70" fmla="*/ 1365049 w 4897678"/>
              <a:gd name="connsiteY70" fmla="*/ 1102487 h 6858000"/>
              <a:gd name="connsiteX71" fmla="*/ 1380977 w 4897678"/>
              <a:gd name="connsiteY71" fmla="*/ 1051638 h 6858000"/>
              <a:gd name="connsiteX72" fmla="*/ 1360650 w 4897678"/>
              <a:gd name="connsiteY72" fmla="*/ 950605 h 6858000"/>
              <a:gd name="connsiteX73" fmla="*/ 1321700 w 4897678"/>
              <a:gd name="connsiteY73" fmla="*/ 890133 h 6858000"/>
              <a:gd name="connsiteX74" fmla="*/ 1306943 w 4897678"/>
              <a:gd name="connsiteY74" fmla="*/ 779617 h 6858000"/>
              <a:gd name="connsiteX75" fmla="*/ 1304115 w 4897678"/>
              <a:gd name="connsiteY75" fmla="*/ 737583 h 6858000"/>
              <a:gd name="connsiteX76" fmla="*/ 1363659 w 4897678"/>
              <a:gd name="connsiteY76" fmla="*/ 600848 h 6858000"/>
              <a:gd name="connsiteX77" fmla="*/ 1357066 w 4897678"/>
              <a:gd name="connsiteY77" fmla="*/ 530653 h 6858000"/>
              <a:gd name="connsiteX78" fmla="*/ 1373630 w 4897678"/>
              <a:gd name="connsiteY78" fmla="*/ 455615 h 6858000"/>
              <a:gd name="connsiteX79" fmla="*/ 1413997 w 4897678"/>
              <a:gd name="connsiteY79" fmla="*/ 334926 h 6858000"/>
              <a:gd name="connsiteX80" fmla="*/ 1442766 w 4897678"/>
              <a:gd name="connsiteY80" fmla="*/ 236597 h 6858000"/>
              <a:gd name="connsiteX81" fmla="*/ 1470206 w 4897678"/>
              <a:gd name="connsiteY81" fmla="*/ 182099 h 6858000"/>
              <a:gd name="connsiteX82" fmla="*/ 1462879 w 4897678"/>
              <a:gd name="connsiteY82" fmla="*/ 128551 h 6858000"/>
              <a:gd name="connsiteX83" fmla="*/ 1481070 w 4897678"/>
              <a:gd name="connsiteY83" fmla="*/ 69025 h 6858000"/>
              <a:gd name="connsiteX84" fmla="*/ 1504205 w 4897678"/>
              <a:gd name="connsiteY84" fmla="*/ 42915 h 6858000"/>
              <a:gd name="connsiteX85" fmla="*/ 1553576 w 4897678"/>
              <a:gd name="connsiteY85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16944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488625 w 4897678"/>
              <a:gd name="connsiteY32" fmla="*/ 5065268 h 6858000"/>
              <a:gd name="connsiteX33" fmla="*/ 604868 w 4897678"/>
              <a:gd name="connsiteY33" fmla="*/ 4966224 h 6858000"/>
              <a:gd name="connsiteX34" fmla="*/ 739205 w 4897678"/>
              <a:gd name="connsiteY34" fmla="*/ 4844222 h 6858000"/>
              <a:gd name="connsiteX35" fmla="*/ 916267 w 4897678"/>
              <a:gd name="connsiteY35" fmla="*/ 4639226 h 6858000"/>
              <a:gd name="connsiteX36" fmla="*/ 960970 w 4897678"/>
              <a:gd name="connsiteY36" fmla="*/ 4458968 h 6858000"/>
              <a:gd name="connsiteX37" fmla="*/ 974467 w 4897678"/>
              <a:gd name="connsiteY37" fmla="*/ 4400454 h 6858000"/>
              <a:gd name="connsiteX38" fmla="*/ 1019252 w 4897678"/>
              <a:gd name="connsiteY38" fmla="*/ 4326337 h 6858000"/>
              <a:gd name="connsiteX39" fmla="*/ 1097435 w 4897678"/>
              <a:gd name="connsiteY39" fmla="*/ 4004432 h 6858000"/>
              <a:gd name="connsiteX40" fmla="*/ 1115477 w 4897678"/>
              <a:gd name="connsiteY40" fmla="*/ 3887430 h 6858000"/>
              <a:gd name="connsiteX41" fmla="*/ 1129980 w 4897678"/>
              <a:gd name="connsiteY41" fmla="*/ 3841018 h 6858000"/>
              <a:gd name="connsiteX42" fmla="*/ 1128054 w 4897678"/>
              <a:gd name="connsiteY42" fmla="*/ 3833633 h 6858000"/>
              <a:gd name="connsiteX43" fmla="*/ 1144766 w 4897678"/>
              <a:gd name="connsiteY43" fmla="*/ 3703595 h 6858000"/>
              <a:gd name="connsiteX44" fmla="*/ 1146269 w 4897678"/>
              <a:gd name="connsiteY44" fmla="*/ 3675779 h 6858000"/>
              <a:gd name="connsiteX45" fmla="*/ 1145250 w 4897678"/>
              <a:gd name="connsiteY45" fmla="*/ 3673177 h 6858000"/>
              <a:gd name="connsiteX46" fmla="*/ 1145144 w 4897678"/>
              <a:gd name="connsiteY46" fmla="*/ 3399727 h 6858000"/>
              <a:gd name="connsiteX47" fmla="*/ 1153102 w 4897678"/>
              <a:gd name="connsiteY47" fmla="*/ 3022588 h 6858000"/>
              <a:gd name="connsiteX48" fmla="*/ 1187493 w 4897678"/>
              <a:gd name="connsiteY48" fmla="*/ 2780324 h 6858000"/>
              <a:gd name="connsiteX49" fmla="*/ 1174471 w 4897678"/>
              <a:gd name="connsiteY49" fmla="*/ 2636046 h 6858000"/>
              <a:gd name="connsiteX50" fmla="*/ 1173030 w 4897678"/>
              <a:gd name="connsiteY50" fmla="*/ 2517573 h 6858000"/>
              <a:gd name="connsiteX51" fmla="*/ 1179971 w 4897678"/>
              <a:gd name="connsiteY51" fmla="*/ 2259305 h 6858000"/>
              <a:gd name="connsiteX52" fmla="*/ 1180091 w 4897678"/>
              <a:gd name="connsiteY52" fmla="*/ 2154737 h 6858000"/>
              <a:gd name="connsiteX53" fmla="*/ 1173497 w 4897678"/>
              <a:gd name="connsiteY53" fmla="*/ 2118139 h 6858000"/>
              <a:gd name="connsiteX54" fmla="*/ 1168754 w 4897678"/>
              <a:gd name="connsiteY54" fmla="*/ 2064932 h 6858000"/>
              <a:gd name="connsiteX55" fmla="*/ 1175360 w 4897678"/>
              <a:gd name="connsiteY55" fmla="*/ 2031780 h 6858000"/>
              <a:gd name="connsiteX56" fmla="*/ 1175420 w 4897678"/>
              <a:gd name="connsiteY56" fmla="*/ 2025741 h 6858000"/>
              <a:gd name="connsiteX57" fmla="*/ 1192392 w 4897678"/>
              <a:gd name="connsiteY57" fmla="*/ 1985855 h 6858000"/>
              <a:gd name="connsiteX58" fmla="*/ 1240537 w 4897678"/>
              <a:gd name="connsiteY58" fmla="*/ 1810891 h 6858000"/>
              <a:gd name="connsiteX59" fmla="*/ 1262324 w 4897678"/>
              <a:gd name="connsiteY59" fmla="*/ 1680343 h 6858000"/>
              <a:gd name="connsiteX60" fmla="*/ 1264475 w 4897678"/>
              <a:gd name="connsiteY60" fmla="*/ 1634781 h 6858000"/>
              <a:gd name="connsiteX61" fmla="*/ 1268425 w 4897678"/>
              <a:gd name="connsiteY61" fmla="*/ 1558391 h 6858000"/>
              <a:gd name="connsiteX62" fmla="*/ 1263100 w 4897678"/>
              <a:gd name="connsiteY62" fmla="*/ 1489998 h 6858000"/>
              <a:gd name="connsiteX63" fmla="*/ 1286195 w 4897678"/>
              <a:gd name="connsiteY63" fmla="*/ 1421105 h 6858000"/>
              <a:gd name="connsiteX64" fmla="*/ 1298315 w 4897678"/>
              <a:gd name="connsiteY64" fmla="*/ 1361656 h 6858000"/>
              <a:gd name="connsiteX65" fmla="*/ 1294008 w 4897678"/>
              <a:gd name="connsiteY65" fmla="*/ 1357170 h 6858000"/>
              <a:gd name="connsiteX66" fmla="*/ 1295031 w 4897678"/>
              <a:gd name="connsiteY66" fmla="*/ 1349556 h 6858000"/>
              <a:gd name="connsiteX67" fmla="*/ 1301170 w 4897678"/>
              <a:gd name="connsiteY67" fmla="*/ 1345177 h 6858000"/>
              <a:gd name="connsiteX68" fmla="*/ 1337115 w 4897678"/>
              <a:gd name="connsiteY68" fmla="*/ 1249089 h 6858000"/>
              <a:gd name="connsiteX69" fmla="*/ 1335308 w 4897678"/>
              <a:gd name="connsiteY69" fmla="*/ 1164961 h 6858000"/>
              <a:gd name="connsiteX70" fmla="*/ 1365049 w 4897678"/>
              <a:gd name="connsiteY70" fmla="*/ 1102487 h 6858000"/>
              <a:gd name="connsiteX71" fmla="*/ 1380977 w 4897678"/>
              <a:gd name="connsiteY71" fmla="*/ 1051638 h 6858000"/>
              <a:gd name="connsiteX72" fmla="*/ 1360650 w 4897678"/>
              <a:gd name="connsiteY72" fmla="*/ 950605 h 6858000"/>
              <a:gd name="connsiteX73" fmla="*/ 1321700 w 4897678"/>
              <a:gd name="connsiteY73" fmla="*/ 890133 h 6858000"/>
              <a:gd name="connsiteX74" fmla="*/ 1306943 w 4897678"/>
              <a:gd name="connsiteY74" fmla="*/ 779617 h 6858000"/>
              <a:gd name="connsiteX75" fmla="*/ 1304115 w 4897678"/>
              <a:gd name="connsiteY75" fmla="*/ 737583 h 6858000"/>
              <a:gd name="connsiteX76" fmla="*/ 1363659 w 4897678"/>
              <a:gd name="connsiteY76" fmla="*/ 600848 h 6858000"/>
              <a:gd name="connsiteX77" fmla="*/ 1357066 w 4897678"/>
              <a:gd name="connsiteY77" fmla="*/ 530653 h 6858000"/>
              <a:gd name="connsiteX78" fmla="*/ 1373630 w 4897678"/>
              <a:gd name="connsiteY78" fmla="*/ 455615 h 6858000"/>
              <a:gd name="connsiteX79" fmla="*/ 1413997 w 4897678"/>
              <a:gd name="connsiteY79" fmla="*/ 334926 h 6858000"/>
              <a:gd name="connsiteX80" fmla="*/ 1442766 w 4897678"/>
              <a:gd name="connsiteY80" fmla="*/ 236597 h 6858000"/>
              <a:gd name="connsiteX81" fmla="*/ 1470206 w 4897678"/>
              <a:gd name="connsiteY81" fmla="*/ 182099 h 6858000"/>
              <a:gd name="connsiteX82" fmla="*/ 1462879 w 4897678"/>
              <a:gd name="connsiteY82" fmla="*/ 128551 h 6858000"/>
              <a:gd name="connsiteX83" fmla="*/ 1481070 w 4897678"/>
              <a:gd name="connsiteY83" fmla="*/ 69025 h 6858000"/>
              <a:gd name="connsiteX84" fmla="*/ 1504205 w 4897678"/>
              <a:gd name="connsiteY84" fmla="*/ 42915 h 6858000"/>
              <a:gd name="connsiteX85" fmla="*/ 1553576 w 4897678"/>
              <a:gd name="connsiteY85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488625 w 4897678"/>
              <a:gd name="connsiteY32" fmla="*/ 5065268 h 6858000"/>
              <a:gd name="connsiteX33" fmla="*/ 604868 w 4897678"/>
              <a:gd name="connsiteY33" fmla="*/ 4966224 h 6858000"/>
              <a:gd name="connsiteX34" fmla="*/ 739205 w 4897678"/>
              <a:gd name="connsiteY34" fmla="*/ 4844222 h 6858000"/>
              <a:gd name="connsiteX35" fmla="*/ 916267 w 4897678"/>
              <a:gd name="connsiteY35" fmla="*/ 4639226 h 6858000"/>
              <a:gd name="connsiteX36" fmla="*/ 960970 w 4897678"/>
              <a:gd name="connsiteY36" fmla="*/ 4458968 h 6858000"/>
              <a:gd name="connsiteX37" fmla="*/ 974467 w 4897678"/>
              <a:gd name="connsiteY37" fmla="*/ 4400454 h 6858000"/>
              <a:gd name="connsiteX38" fmla="*/ 1019252 w 4897678"/>
              <a:gd name="connsiteY38" fmla="*/ 4326337 h 6858000"/>
              <a:gd name="connsiteX39" fmla="*/ 1097435 w 4897678"/>
              <a:gd name="connsiteY39" fmla="*/ 4004432 h 6858000"/>
              <a:gd name="connsiteX40" fmla="*/ 1115477 w 4897678"/>
              <a:gd name="connsiteY40" fmla="*/ 3887430 h 6858000"/>
              <a:gd name="connsiteX41" fmla="*/ 1129980 w 4897678"/>
              <a:gd name="connsiteY41" fmla="*/ 3841018 h 6858000"/>
              <a:gd name="connsiteX42" fmla="*/ 1128054 w 4897678"/>
              <a:gd name="connsiteY42" fmla="*/ 3833633 h 6858000"/>
              <a:gd name="connsiteX43" fmla="*/ 1144766 w 4897678"/>
              <a:gd name="connsiteY43" fmla="*/ 3703595 h 6858000"/>
              <a:gd name="connsiteX44" fmla="*/ 1146269 w 4897678"/>
              <a:gd name="connsiteY44" fmla="*/ 3675779 h 6858000"/>
              <a:gd name="connsiteX45" fmla="*/ 1145250 w 4897678"/>
              <a:gd name="connsiteY45" fmla="*/ 3673177 h 6858000"/>
              <a:gd name="connsiteX46" fmla="*/ 1145144 w 4897678"/>
              <a:gd name="connsiteY46" fmla="*/ 3399727 h 6858000"/>
              <a:gd name="connsiteX47" fmla="*/ 1153102 w 4897678"/>
              <a:gd name="connsiteY47" fmla="*/ 3022588 h 6858000"/>
              <a:gd name="connsiteX48" fmla="*/ 1187493 w 4897678"/>
              <a:gd name="connsiteY48" fmla="*/ 2780324 h 6858000"/>
              <a:gd name="connsiteX49" fmla="*/ 1174471 w 4897678"/>
              <a:gd name="connsiteY49" fmla="*/ 2636046 h 6858000"/>
              <a:gd name="connsiteX50" fmla="*/ 1173030 w 4897678"/>
              <a:gd name="connsiteY50" fmla="*/ 2517573 h 6858000"/>
              <a:gd name="connsiteX51" fmla="*/ 1179971 w 4897678"/>
              <a:gd name="connsiteY51" fmla="*/ 2259305 h 6858000"/>
              <a:gd name="connsiteX52" fmla="*/ 1180091 w 4897678"/>
              <a:gd name="connsiteY52" fmla="*/ 2154737 h 6858000"/>
              <a:gd name="connsiteX53" fmla="*/ 1173497 w 4897678"/>
              <a:gd name="connsiteY53" fmla="*/ 2118139 h 6858000"/>
              <a:gd name="connsiteX54" fmla="*/ 1168754 w 4897678"/>
              <a:gd name="connsiteY54" fmla="*/ 2064932 h 6858000"/>
              <a:gd name="connsiteX55" fmla="*/ 1175360 w 4897678"/>
              <a:gd name="connsiteY55" fmla="*/ 2031780 h 6858000"/>
              <a:gd name="connsiteX56" fmla="*/ 1175420 w 4897678"/>
              <a:gd name="connsiteY56" fmla="*/ 2025741 h 6858000"/>
              <a:gd name="connsiteX57" fmla="*/ 1192392 w 4897678"/>
              <a:gd name="connsiteY57" fmla="*/ 1985855 h 6858000"/>
              <a:gd name="connsiteX58" fmla="*/ 1240537 w 4897678"/>
              <a:gd name="connsiteY58" fmla="*/ 1810891 h 6858000"/>
              <a:gd name="connsiteX59" fmla="*/ 1262324 w 4897678"/>
              <a:gd name="connsiteY59" fmla="*/ 1680343 h 6858000"/>
              <a:gd name="connsiteX60" fmla="*/ 1264475 w 4897678"/>
              <a:gd name="connsiteY60" fmla="*/ 1634781 h 6858000"/>
              <a:gd name="connsiteX61" fmla="*/ 1268425 w 4897678"/>
              <a:gd name="connsiteY61" fmla="*/ 1558391 h 6858000"/>
              <a:gd name="connsiteX62" fmla="*/ 1263100 w 4897678"/>
              <a:gd name="connsiteY62" fmla="*/ 1489998 h 6858000"/>
              <a:gd name="connsiteX63" fmla="*/ 1286195 w 4897678"/>
              <a:gd name="connsiteY63" fmla="*/ 1421105 h 6858000"/>
              <a:gd name="connsiteX64" fmla="*/ 1298315 w 4897678"/>
              <a:gd name="connsiteY64" fmla="*/ 1361656 h 6858000"/>
              <a:gd name="connsiteX65" fmla="*/ 1294008 w 4897678"/>
              <a:gd name="connsiteY65" fmla="*/ 1357170 h 6858000"/>
              <a:gd name="connsiteX66" fmla="*/ 1295031 w 4897678"/>
              <a:gd name="connsiteY66" fmla="*/ 1349556 h 6858000"/>
              <a:gd name="connsiteX67" fmla="*/ 1301170 w 4897678"/>
              <a:gd name="connsiteY67" fmla="*/ 1345177 h 6858000"/>
              <a:gd name="connsiteX68" fmla="*/ 1337115 w 4897678"/>
              <a:gd name="connsiteY68" fmla="*/ 1249089 h 6858000"/>
              <a:gd name="connsiteX69" fmla="*/ 1335308 w 4897678"/>
              <a:gd name="connsiteY69" fmla="*/ 1164961 h 6858000"/>
              <a:gd name="connsiteX70" fmla="*/ 1365049 w 4897678"/>
              <a:gd name="connsiteY70" fmla="*/ 1102487 h 6858000"/>
              <a:gd name="connsiteX71" fmla="*/ 1380977 w 4897678"/>
              <a:gd name="connsiteY71" fmla="*/ 1051638 h 6858000"/>
              <a:gd name="connsiteX72" fmla="*/ 1360650 w 4897678"/>
              <a:gd name="connsiteY72" fmla="*/ 950605 h 6858000"/>
              <a:gd name="connsiteX73" fmla="*/ 1321700 w 4897678"/>
              <a:gd name="connsiteY73" fmla="*/ 890133 h 6858000"/>
              <a:gd name="connsiteX74" fmla="*/ 1306943 w 4897678"/>
              <a:gd name="connsiteY74" fmla="*/ 779617 h 6858000"/>
              <a:gd name="connsiteX75" fmla="*/ 1304115 w 4897678"/>
              <a:gd name="connsiteY75" fmla="*/ 737583 h 6858000"/>
              <a:gd name="connsiteX76" fmla="*/ 1363659 w 4897678"/>
              <a:gd name="connsiteY76" fmla="*/ 600848 h 6858000"/>
              <a:gd name="connsiteX77" fmla="*/ 1357066 w 4897678"/>
              <a:gd name="connsiteY77" fmla="*/ 530653 h 6858000"/>
              <a:gd name="connsiteX78" fmla="*/ 1373630 w 4897678"/>
              <a:gd name="connsiteY78" fmla="*/ 455615 h 6858000"/>
              <a:gd name="connsiteX79" fmla="*/ 1413997 w 4897678"/>
              <a:gd name="connsiteY79" fmla="*/ 334926 h 6858000"/>
              <a:gd name="connsiteX80" fmla="*/ 1442766 w 4897678"/>
              <a:gd name="connsiteY80" fmla="*/ 236597 h 6858000"/>
              <a:gd name="connsiteX81" fmla="*/ 1470206 w 4897678"/>
              <a:gd name="connsiteY81" fmla="*/ 182099 h 6858000"/>
              <a:gd name="connsiteX82" fmla="*/ 1462879 w 4897678"/>
              <a:gd name="connsiteY82" fmla="*/ 128551 h 6858000"/>
              <a:gd name="connsiteX83" fmla="*/ 1481070 w 4897678"/>
              <a:gd name="connsiteY83" fmla="*/ 69025 h 6858000"/>
              <a:gd name="connsiteX84" fmla="*/ 1504205 w 4897678"/>
              <a:gd name="connsiteY84" fmla="*/ 42915 h 6858000"/>
              <a:gd name="connsiteX85" fmla="*/ 1553576 w 4897678"/>
              <a:gd name="connsiteY85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442663 w 4897678"/>
              <a:gd name="connsiteY31" fmla="*/ 5192994 h 6858000"/>
              <a:gd name="connsiteX32" fmla="*/ 604868 w 4897678"/>
              <a:gd name="connsiteY32" fmla="*/ 4966224 h 6858000"/>
              <a:gd name="connsiteX33" fmla="*/ 739205 w 4897678"/>
              <a:gd name="connsiteY33" fmla="*/ 4844222 h 6858000"/>
              <a:gd name="connsiteX34" fmla="*/ 916267 w 4897678"/>
              <a:gd name="connsiteY34" fmla="*/ 4639226 h 6858000"/>
              <a:gd name="connsiteX35" fmla="*/ 960970 w 4897678"/>
              <a:gd name="connsiteY35" fmla="*/ 4458968 h 6858000"/>
              <a:gd name="connsiteX36" fmla="*/ 974467 w 4897678"/>
              <a:gd name="connsiteY36" fmla="*/ 4400454 h 6858000"/>
              <a:gd name="connsiteX37" fmla="*/ 1019252 w 4897678"/>
              <a:gd name="connsiteY37" fmla="*/ 4326337 h 6858000"/>
              <a:gd name="connsiteX38" fmla="*/ 1097435 w 4897678"/>
              <a:gd name="connsiteY38" fmla="*/ 4004432 h 6858000"/>
              <a:gd name="connsiteX39" fmla="*/ 1115477 w 4897678"/>
              <a:gd name="connsiteY39" fmla="*/ 3887430 h 6858000"/>
              <a:gd name="connsiteX40" fmla="*/ 1129980 w 4897678"/>
              <a:gd name="connsiteY40" fmla="*/ 3841018 h 6858000"/>
              <a:gd name="connsiteX41" fmla="*/ 1128054 w 4897678"/>
              <a:gd name="connsiteY41" fmla="*/ 3833633 h 6858000"/>
              <a:gd name="connsiteX42" fmla="*/ 1144766 w 4897678"/>
              <a:gd name="connsiteY42" fmla="*/ 3703595 h 6858000"/>
              <a:gd name="connsiteX43" fmla="*/ 1146269 w 4897678"/>
              <a:gd name="connsiteY43" fmla="*/ 3675779 h 6858000"/>
              <a:gd name="connsiteX44" fmla="*/ 1145250 w 4897678"/>
              <a:gd name="connsiteY44" fmla="*/ 3673177 h 6858000"/>
              <a:gd name="connsiteX45" fmla="*/ 1145144 w 4897678"/>
              <a:gd name="connsiteY45" fmla="*/ 3399727 h 6858000"/>
              <a:gd name="connsiteX46" fmla="*/ 1153102 w 4897678"/>
              <a:gd name="connsiteY46" fmla="*/ 3022588 h 6858000"/>
              <a:gd name="connsiteX47" fmla="*/ 1187493 w 4897678"/>
              <a:gd name="connsiteY47" fmla="*/ 2780324 h 6858000"/>
              <a:gd name="connsiteX48" fmla="*/ 1174471 w 4897678"/>
              <a:gd name="connsiteY48" fmla="*/ 2636046 h 6858000"/>
              <a:gd name="connsiteX49" fmla="*/ 1173030 w 4897678"/>
              <a:gd name="connsiteY49" fmla="*/ 2517573 h 6858000"/>
              <a:gd name="connsiteX50" fmla="*/ 1179971 w 4897678"/>
              <a:gd name="connsiteY50" fmla="*/ 2259305 h 6858000"/>
              <a:gd name="connsiteX51" fmla="*/ 1180091 w 4897678"/>
              <a:gd name="connsiteY51" fmla="*/ 2154737 h 6858000"/>
              <a:gd name="connsiteX52" fmla="*/ 1173497 w 4897678"/>
              <a:gd name="connsiteY52" fmla="*/ 2118139 h 6858000"/>
              <a:gd name="connsiteX53" fmla="*/ 1168754 w 4897678"/>
              <a:gd name="connsiteY53" fmla="*/ 2064932 h 6858000"/>
              <a:gd name="connsiteX54" fmla="*/ 1175360 w 4897678"/>
              <a:gd name="connsiteY54" fmla="*/ 2031780 h 6858000"/>
              <a:gd name="connsiteX55" fmla="*/ 1175420 w 4897678"/>
              <a:gd name="connsiteY55" fmla="*/ 2025741 h 6858000"/>
              <a:gd name="connsiteX56" fmla="*/ 1192392 w 4897678"/>
              <a:gd name="connsiteY56" fmla="*/ 1985855 h 6858000"/>
              <a:gd name="connsiteX57" fmla="*/ 1240537 w 4897678"/>
              <a:gd name="connsiteY57" fmla="*/ 1810891 h 6858000"/>
              <a:gd name="connsiteX58" fmla="*/ 1262324 w 4897678"/>
              <a:gd name="connsiteY58" fmla="*/ 1680343 h 6858000"/>
              <a:gd name="connsiteX59" fmla="*/ 1264475 w 4897678"/>
              <a:gd name="connsiteY59" fmla="*/ 1634781 h 6858000"/>
              <a:gd name="connsiteX60" fmla="*/ 1268425 w 4897678"/>
              <a:gd name="connsiteY60" fmla="*/ 1558391 h 6858000"/>
              <a:gd name="connsiteX61" fmla="*/ 1263100 w 4897678"/>
              <a:gd name="connsiteY61" fmla="*/ 1489998 h 6858000"/>
              <a:gd name="connsiteX62" fmla="*/ 1286195 w 4897678"/>
              <a:gd name="connsiteY62" fmla="*/ 1421105 h 6858000"/>
              <a:gd name="connsiteX63" fmla="*/ 1298315 w 4897678"/>
              <a:gd name="connsiteY63" fmla="*/ 1361656 h 6858000"/>
              <a:gd name="connsiteX64" fmla="*/ 1294008 w 4897678"/>
              <a:gd name="connsiteY64" fmla="*/ 1357170 h 6858000"/>
              <a:gd name="connsiteX65" fmla="*/ 1295031 w 4897678"/>
              <a:gd name="connsiteY65" fmla="*/ 1349556 h 6858000"/>
              <a:gd name="connsiteX66" fmla="*/ 1301170 w 4897678"/>
              <a:gd name="connsiteY66" fmla="*/ 1345177 h 6858000"/>
              <a:gd name="connsiteX67" fmla="*/ 1337115 w 4897678"/>
              <a:gd name="connsiteY67" fmla="*/ 1249089 h 6858000"/>
              <a:gd name="connsiteX68" fmla="*/ 1335308 w 4897678"/>
              <a:gd name="connsiteY68" fmla="*/ 1164961 h 6858000"/>
              <a:gd name="connsiteX69" fmla="*/ 1365049 w 4897678"/>
              <a:gd name="connsiteY69" fmla="*/ 1102487 h 6858000"/>
              <a:gd name="connsiteX70" fmla="*/ 1380977 w 4897678"/>
              <a:gd name="connsiteY70" fmla="*/ 1051638 h 6858000"/>
              <a:gd name="connsiteX71" fmla="*/ 1360650 w 4897678"/>
              <a:gd name="connsiteY71" fmla="*/ 950605 h 6858000"/>
              <a:gd name="connsiteX72" fmla="*/ 1321700 w 4897678"/>
              <a:gd name="connsiteY72" fmla="*/ 890133 h 6858000"/>
              <a:gd name="connsiteX73" fmla="*/ 1306943 w 4897678"/>
              <a:gd name="connsiteY73" fmla="*/ 779617 h 6858000"/>
              <a:gd name="connsiteX74" fmla="*/ 1304115 w 4897678"/>
              <a:gd name="connsiteY74" fmla="*/ 737583 h 6858000"/>
              <a:gd name="connsiteX75" fmla="*/ 1363659 w 4897678"/>
              <a:gd name="connsiteY75" fmla="*/ 600848 h 6858000"/>
              <a:gd name="connsiteX76" fmla="*/ 1357066 w 4897678"/>
              <a:gd name="connsiteY76" fmla="*/ 530653 h 6858000"/>
              <a:gd name="connsiteX77" fmla="*/ 1373630 w 4897678"/>
              <a:gd name="connsiteY77" fmla="*/ 455615 h 6858000"/>
              <a:gd name="connsiteX78" fmla="*/ 1413997 w 4897678"/>
              <a:gd name="connsiteY78" fmla="*/ 334926 h 6858000"/>
              <a:gd name="connsiteX79" fmla="*/ 1442766 w 4897678"/>
              <a:gd name="connsiteY79" fmla="*/ 236597 h 6858000"/>
              <a:gd name="connsiteX80" fmla="*/ 1470206 w 4897678"/>
              <a:gd name="connsiteY80" fmla="*/ 182099 h 6858000"/>
              <a:gd name="connsiteX81" fmla="*/ 1462879 w 4897678"/>
              <a:gd name="connsiteY81" fmla="*/ 128551 h 6858000"/>
              <a:gd name="connsiteX82" fmla="*/ 1481070 w 4897678"/>
              <a:gd name="connsiteY82" fmla="*/ 69025 h 6858000"/>
              <a:gd name="connsiteX83" fmla="*/ 1504205 w 4897678"/>
              <a:gd name="connsiteY83" fmla="*/ 42915 h 6858000"/>
              <a:gd name="connsiteX84" fmla="*/ 1553576 w 4897678"/>
              <a:gd name="connsiteY84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410672 w 4897678"/>
              <a:gd name="connsiteY30" fmla="*/ 5231022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481070 w 4897678"/>
              <a:gd name="connsiteY81" fmla="*/ 69025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402007 w 4897678"/>
              <a:gd name="connsiteY29" fmla="*/ 5241278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481070 w 4897678"/>
              <a:gd name="connsiteY81" fmla="*/ 69025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481070 w 4897678"/>
              <a:gd name="connsiteY81" fmla="*/ 69025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501081 w 4897678"/>
              <a:gd name="connsiteY81" fmla="*/ 89121 h 6858000"/>
              <a:gd name="connsiteX82" fmla="*/ 1504205 w 4897678"/>
              <a:gd name="connsiteY82" fmla="*/ 42915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462879 w 4897678"/>
              <a:gd name="connsiteY80" fmla="*/ 128551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04115 w 4897678"/>
              <a:gd name="connsiteY73" fmla="*/ 737583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57066 w 4897678"/>
              <a:gd name="connsiteY75" fmla="*/ 530653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12189 w 4897678"/>
              <a:gd name="connsiteY15" fmla="*/ 6321641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6695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281042 w 4897678"/>
              <a:gd name="connsiteY19" fmla="*/ 6217842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40365 w 4897678"/>
              <a:gd name="connsiteY13" fmla="*/ 6490415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72257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22195 w 4897678"/>
              <a:gd name="connsiteY15" fmla="*/ 6341738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54578 w 4897678"/>
              <a:gd name="connsiteY16" fmla="*/ 6282028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280189 w 4897678"/>
              <a:gd name="connsiteY18" fmla="*/ 6220570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70382 w 4897678"/>
              <a:gd name="connsiteY13" fmla="*/ 6465294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310206 w 4897678"/>
              <a:gd name="connsiteY18" fmla="*/ 6270812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62861 w 4897678"/>
              <a:gd name="connsiteY7" fmla="*/ 6691724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85390 w 4897678"/>
              <a:gd name="connsiteY13" fmla="*/ 6460270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310206 w 4897678"/>
              <a:gd name="connsiteY18" fmla="*/ 6270812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  <a:gd name="connsiteX0" fmla="*/ 1553576 w 4897678"/>
              <a:gd name="connsiteY0" fmla="*/ 0 h 6858000"/>
              <a:gd name="connsiteX1" fmla="*/ 4897678 w 4897678"/>
              <a:gd name="connsiteY1" fmla="*/ 0 h 6858000"/>
              <a:gd name="connsiteX2" fmla="*/ 4897678 w 4897678"/>
              <a:gd name="connsiteY2" fmla="*/ 6858000 h 6858000"/>
              <a:gd name="connsiteX3" fmla="*/ 0 w 4897678"/>
              <a:gd name="connsiteY3" fmla="*/ 6858000 h 6858000"/>
              <a:gd name="connsiteX4" fmla="*/ 153 w 4897678"/>
              <a:gd name="connsiteY4" fmla="*/ 6857440 h 6858000"/>
              <a:gd name="connsiteX5" fmla="*/ 30867 w 4897678"/>
              <a:gd name="connsiteY5" fmla="*/ 6809563 h 6858000"/>
              <a:gd name="connsiteX6" fmla="*/ 42695 w 4897678"/>
              <a:gd name="connsiteY6" fmla="*/ 6765511 h 6858000"/>
              <a:gd name="connsiteX7" fmla="*/ 52856 w 4897678"/>
              <a:gd name="connsiteY7" fmla="*/ 6696748 h 6858000"/>
              <a:gd name="connsiteX8" fmla="*/ 97271 w 4897678"/>
              <a:gd name="connsiteY8" fmla="*/ 6623770 h 6858000"/>
              <a:gd name="connsiteX9" fmla="*/ 109528 w 4897678"/>
              <a:gd name="connsiteY9" fmla="*/ 6561395 h 6858000"/>
              <a:gd name="connsiteX10" fmla="*/ 134058 w 4897678"/>
              <a:gd name="connsiteY10" fmla="*/ 6505906 h 6858000"/>
              <a:gd name="connsiteX11" fmla="*/ 130808 w 4897678"/>
              <a:gd name="connsiteY11" fmla="*/ 6500603 h 6858000"/>
              <a:gd name="connsiteX12" fmla="*/ 133434 w 4897678"/>
              <a:gd name="connsiteY12" fmla="*/ 6493382 h 6858000"/>
              <a:gd name="connsiteX13" fmla="*/ 185390 w 4897678"/>
              <a:gd name="connsiteY13" fmla="*/ 6460270 h 6858000"/>
              <a:gd name="connsiteX14" fmla="*/ 195994 w 4897678"/>
              <a:gd name="connsiteY14" fmla="*/ 6404216 h 6858000"/>
              <a:gd name="connsiteX15" fmla="*/ 277225 w 4897678"/>
              <a:gd name="connsiteY15" fmla="*/ 6346762 h 6858000"/>
              <a:gd name="connsiteX16" fmla="*/ 279592 w 4897678"/>
              <a:gd name="connsiteY16" fmla="*/ 6292076 h 6858000"/>
              <a:gd name="connsiteX17" fmla="*/ 279475 w 4897678"/>
              <a:gd name="connsiteY17" fmla="*/ 6223342 h 6858000"/>
              <a:gd name="connsiteX18" fmla="*/ 310206 w 4897678"/>
              <a:gd name="connsiteY18" fmla="*/ 6270812 h 6858000"/>
              <a:gd name="connsiteX19" fmla="*/ 321064 w 4897678"/>
              <a:gd name="connsiteY19" fmla="*/ 6227890 h 6858000"/>
              <a:gd name="connsiteX20" fmla="*/ 282704 w 4897678"/>
              <a:gd name="connsiteY20" fmla="*/ 6117636 h 6858000"/>
              <a:gd name="connsiteX21" fmla="*/ 257561 w 4897678"/>
              <a:gd name="connsiteY21" fmla="*/ 6050242 h 6858000"/>
              <a:gd name="connsiteX22" fmla="*/ 266735 w 4897678"/>
              <a:gd name="connsiteY22" fmla="*/ 5939124 h 6858000"/>
              <a:gd name="connsiteX23" fmla="*/ 272947 w 4897678"/>
              <a:gd name="connsiteY23" fmla="*/ 5897456 h 6858000"/>
              <a:gd name="connsiteX24" fmla="*/ 302110 w 4897678"/>
              <a:gd name="connsiteY24" fmla="*/ 5763866 h 6858000"/>
              <a:gd name="connsiteX25" fmla="*/ 311387 w 4897678"/>
              <a:gd name="connsiteY25" fmla="*/ 5718432 h 6858000"/>
              <a:gd name="connsiteX26" fmla="*/ 291749 w 4897678"/>
              <a:gd name="connsiteY26" fmla="*/ 5606846 h 6858000"/>
              <a:gd name="connsiteX27" fmla="*/ 386282 w 4897678"/>
              <a:gd name="connsiteY27" fmla="*/ 5513206 h 6858000"/>
              <a:gd name="connsiteX28" fmla="*/ 445799 w 4897678"/>
              <a:gd name="connsiteY28" fmla="*/ 5395474 h 6858000"/>
              <a:gd name="connsiteX29" fmla="*/ 532017 w 4897678"/>
              <a:gd name="connsiteY29" fmla="*/ 5284615 h 6858000"/>
              <a:gd name="connsiteX30" fmla="*/ 506013 w 4897678"/>
              <a:gd name="connsiteY30" fmla="*/ 5187685 h 6858000"/>
              <a:gd name="connsiteX31" fmla="*/ 604868 w 4897678"/>
              <a:gd name="connsiteY31" fmla="*/ 4966224 h 6858000"/>
              <a:gd name="connsiteX32" fmla="*/ 739205 w 4897678"/>
              <a:gd name="connsiteY32" fmla="*/ 4844222 h 6858000"/>
              <a:gd name="connsiteX33" fmla="*/ 916267 w 4897678"/>
              <a:gd name="connsiteY33" fmla="*/ 4639226 h 6858000"/>
              <a:gd name="connsiteX34" fmla="*/ 960970 w 4897678"/>
              <a:gd name="connsiteY34" fmla="*/ 4458968 h 6858000"/>
              <a:gd name="connsiteX35" fmla="*/ 974467 w 4897678"/>
              <a:gd name="connsiteY35" fmla="*/ 4400454 h 6858000"/>
              <a:gd name="connsiteX36" fmla="*/ 1019252 w 4897678"/>
              <a:gd name="connsiteY36" fmla="*/ 4326337 h 6858000"/>
              <a:gd name="connsiteX37" fmla="*/ 1097435 w 4897678"/>
              <a:gd name="connsiteY37" fmla="*/ 4004432 h 6858000"/>
              <a:gd name="connsiteX38" fmla="*/ 1115477 w 4897678"/>
              <a:gd name="connsiteY38" fmla="*/ 3887430 h 6858000"/>
              <a:gd name="connsiteX39" fmla="*/ 1129980 w 4897678"/>
              <a:gd name="connsiteY39" fmla="*/ 3841018 h 6858000"/>
              <a:gd name="connsiteX40" fmla="*/ 1128054 w 4897678"/>
              <a:gd name="connsiteY40" fmla="*/ 3833633 h 6858000"/>
              <a:gd name="connsiteX41" fmla="*/ 1144766 w 4897678"/>
              <a:gd name="connsiteY41" fmla="*/ 3703595 h 6858000"/>
              <a:gd name="connsiteX42" fmla="*/ 1146269 w 4897678"/>
              <a:gd name="connsiteY42" fmla="*/ 3675779 h 6858000"/>
              <a:gd name="connsiteX43" fmla="*/ 1145250 w 4897678"/>
              <a:gd name="connsiteY43" fmla="*/ 3673177 h 6858000"/>
              <a:gd name="connsiteX44" fmla="*/ 1145144 w 4897678"/>
              <a:gd name="connsiteY44" fmla="*/ 3399727 h 6858000"/>
              <a:gd name="connsiteX45" fmla="*/ 1153102 w 4897678"/>
              <a:gd name="connsiteY45" fmla="*/ 3022588 h 6858000"/>
              <a:gd name="connsiteX46" fmla="*/ 1187493 w 4897678"/>
              <a:gd name="connsiteY46" fmla="*/ 2780324 h 6858000"/>
              <a:gd name="connsiteX47" fmla="*/ 1174471 w 4897678"/>
              <a:gd name="connsiteY47" fmla="*/ 2636046 h 6858000"/>
              <a:gd name="connsiteX48" fmla="*/ 1173030 w 4897678"/>
              <a:gd name="connsiteY48" fmla="*/ 2517573 h 6858000"/>
              <a:gd name="connsiteX49" fmla="*/ 1179971 w 4897678"/>
              <a:gd name="connsiteY49" fmla="*/ 2259305 h 6858000"/>
              <a:gd name="connsiteX50" fmla="*/ 1180091 w 4897678"/>
              <a:gd name="connsiteY50" fmla="*/ 2154737 h 6858000"/>
              <a:gd name="connsiteX51" fmla="*/ 1173497 w 4897678"/>
              <a:gd name="connsiteY51" fmla="*/ 2118139 h 6858000"/>
              <a:gd name="connsiteX52" fmla="*/ 1168754 w 4897678"/>
              <a:gd name="connsiteY52" fmla="*/ 2064932 h 6858000"/>
              <a:gd name="connsiteX53" fmla="*/ 1175360 w 4897678"/>
              <a:gd name="connsiteY53" fmla="*/ 2031780 h 6858000"/>
              <a:gd name="connsiteX54" fmla="*/ 1175420 w 4897678"/>
              <a:gd name="connsiteY54" fmla="*/ 2025741 h 6858000"/>
              <a:gd name="connsiteX55" fmla="*/ 1192392 w 4897678"/>
              <a:gd name="connsiteY55" fmla="*/ 1985855 h 6858000"/>
              <a:gd name="connsiteX56" fmla="*/ 1240537 w 4897678"/>
              <a:gd name="connsiteY56" fmla="*/ 1810891 h 6858000"/>
              <a:gd name="connsiteX57" fmla="*/ 1262324 w 4897678"/>
              <a:gd name="connsiteY57" fmla="*/ 1680343 h 6858000"/>
              <a:gd name="connsiteX58" fmla="*/ 1264475 w 4897678"/>
              <a:gd name="connsiteY58" fmla="*/ 1634781 h 6858000"/>
              <a:gd name="connsiteX59" fmla="*/ 1268425 w 4897678"/>
              <a:gd name="connsiteY59" fmla="*/ 1558391 h 6858000"/>
              <a:gd name="connsiteX60" fmla="*/ 1263100 w 4897678"/>
              <a:gd name="connsiteY60" fmla="*/ 1489998 h 6858000"/>
              <a:gd name="connsiteX61" fmla="*/ 1286195 w 4897678"/>
              <a:gd name="connsiteY61" fmla="*/ 1421105 h 6858000"/>
              <a:gd name="connsiteX62" fmla="*/ 1298315 w 4897678"/>
              <a:gd name="connsiteY62" fmla="*/ 1361656 h 6858000"/>
              <a:gd name="connsiteX63" fmla="*/ 1294008 w 4897678"/>
              <a:gd name="connsiteY63" fmla="*/ 1357170 h 6858000"/>
              <a:gd name="connsiteX64" fmla="*/ 1295031 w 4897678"/>
              <a:gd name="connsiteY64" fmla="*/ 1349556 h 6858000"/>
              <a:gd name="connsiteX65" fmla="*/ 1301170 w 4897678"/>
              <a:gd name="connsiteY65" fmla="*/ 1345177 h 6858000"/>
              <a:gd name="connsiteX66" fmla="*/ 1337115 w 4897678"/>
              <a:gd name="connsiteY66" fmla="*/ 1249089 h 6858000"/>
              <a:gd name="connsiteX67" fmla="*/ 1335308 w 4897678"/>
              <a:gd name="connsiteY67" fmla="*/ 1164961 h 6858000"/>
              <a:gd name="connsiteX68" fmla="*/ 1365049 w 4897678"/>
              <a:gd name="connsiteY68" fmla="*/ 1102487 h 6858000"/>
              <a:gd name="connsiteX69" fmla="*/ 1380977 w 4897678"/>
              <a:gd name="connsiteY69" fmla="*/ 1051638 h 6858000"/>
              <a:gd name="connsiteX70" fmla="*/ 1360650 w 4897678"/>
              <a:gd name="connsiteY70" fmla="*/ 950605 h 6858000"/>
              <a:gd name="connsiteX71" fmla="*/ 1321700 w 4897678"/>
              <a:gd name="connsiteY71" fmla="*/ 890133 h 6858000"/>
              <a:gd name="connsiteX72" fmla="*/ 1306943 w 4897678"/>
              <a:gd name="connsiteY72" fmla="*/ 779617 h 6858000"/>
              <a:gd name="connsiteX73" fmla="*/ 1379157 w 4897678"/>
              <a:gd name="connsiteY73" fmla="*/ 712462 h 6858000"/>
              <a:gd name="connsiteX74" fmla="*/ 1363659 w 4897678"/>
              <a:gd name="connsiteY74" fmla="*/ 600848 h 6858000"/>
              <a:gd name="connsiteX75" fmla="*/ 1382080 w 4897678"/>
              <a:gd name="connsiteY75" fmla="*/ 515581 h 6858000"/>
              <a:gd name="connsiteX76" fmla="*/ 1373630 w 4897678"/>
              <a:gd name="connsiteY76" fmla="*/ 455615 h 6858000"/>
              <a:gd name="connsiteX77" fmla="*/ 1413997 w 4897678"/>
              <a:gd name="connsiteY77" fmla="*/ 334926 h 6858000"/>
              <a:gd name="connsiteX78" fmla="*/ 1442766 w 4897678"/>
              <a:gd name="connsiteY78" fmla="*/ 236597 h 6858000"/>
              <a:gd name="connsiteX79" fmla="*/ 1470206 w 4897678"/>
              <a:gd name="connsiteY79" fmla="*/ 182099 h 6858000"/>
              <a:gd name="connsiteX80" fmla="*/ 1502900 w 4897678"/>
              <a:gd name="connsiteY80" fmla="*/ 143623 h 6858000"/>
              <a:gd name="connsiteX81" fmla="*/ 1501081 w 4897678"/>
              <a:gd name="connsiteY81" fmla="*/ 89121 h 6858000"/>
              <a:gd name="connsiteX82" fmla="*/ 1539225 w 4897678"/>
              <a:gd name="connsiteY82" fmla="*/ 52964 h 6858000"/>
              <a:gd name="connsiteX83" fmla="*/ 1553576 w 4897678"/>
              <a:gd name="connsiteY8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897678" h="6858000">
                <a:moveTo>
                  <a:pt x="1553576" y="0"/>
                </a:moveTo>
                <a:lnTo>
                  <a:pt x="4897678" y="0"/>
                </a:lnTo>
                <a:lnTo>
                  <a:pt x="4897678" y="6858000"/>
                </a:lnTo>
                <a:lnTo>
                  <a:pt x="0" y="6858000"/>
                </a:lnTo>
                <a:lnTo>
                  <a:pt x="153" y="6857440"/>
                </a:lnTo>
                <a:cubicBezTo>
                  <a:pt x="5083" y="6847546"/>
                  <a:pt x="14234" y="6832974"/>
                  <a:pt x="30867" y="6809563"/>
                </a:cubicBezTo>
                <a:cubicBezTo>
                  <a:pt x="24219" y="6797941"/>
                  <a:pt x="28810" y="6785613"/>
                  <a:pt x="42695" y="6765511"/>
                </a:cubicBezTo>
                <a:cubicBezTo>
                  <a:pt x="59269" y="6727996"/>
                  <a:pt x="20378" y="6732956"/>
                  <a:pt x="52856" y="6696748"/>
                </a:cubicBezTo>
                <a:lnTo>
                  <a:pt x="97271" y="6623770"/>
                </a:lnTo>
                <a:cubicBezTo>
                  <a:pt x="100242" y="6627814"/>
                  <a:pt x="102661" y="6576527"/>
                  <a:pt x="109528" y="6561395"/>
                </a:cubicBezTo>
                <a:cubicBezTo>
                  <a:pt x="121751" y="6529041"/>
                  <a:pt x="144143" y="6527264"/>
                  <a:pt x="134058" y="6505906"/>
                </a:cubicBezTo>
                <a:lnTo>
                  <a:pt x="130808" y="6500603"/>
                </a:lnTo>
                <a:lnTo>
                  <a:pt x="133434" y="6493382"/>
                </a:lnTo>
                <a:cubicBezTo>
                  <a:pt x="135405" y="6489789"/>
                  <a:pt x="182615" y="6458140"/>
                  <a:pt x="185390" y="6460270"/>
                </a:cubicBezTo>
                <a:cubicBezTo>
                  <a:pt x="187037" y="6425066"/>
                  <a:pt x="177989" y="6431680"/>
                  <a:pt x="195994" y="6404216"/>
                </a:cubicBezTo>
                <a:cubicBezTo>
                  <a:pt x="194733" y="6376164"/>
                  <a:pt x="248157" y="6408016"/>
                  <a:pt x="277225" y="6346762"/>
                </a:cubicBezTo>
                <a:lnTo>
                  <a:pt x="279592" y="6292076"/>
                </a:lnTo>
                <a:lnTo>
                  <a:pt x="279475" y="6223342"/>
                </a:lnTo>
                <a:lnTo>
                  <a:pt x="310206" y="6270812"/>
                </a:lnTo>
                <a:lnTo>
                  <a:pt x="321064" y="6227890"/>
                </a:lnTo>
                <a:lnTo>
                  <a:pt x="282704" y="6117636"/>
                </a:lnTo>
                <a:cubicBezTo>
                  <a:pt x="287578" y="6073252"/>
                  <a:pt x="228632" y="6103262"/>
                  <a:pt x="257561" y="6050242"/>
                </a:cubicBezTo>
                <a:cubicBezTo>
                  <a:pt x="261977" y="6008758"/>
                  <a:pt x="252117" y="5979642"/>
                  <a:pt x="266735" y="5939124"/>
                </a:cubicBezTo>
                <a:cubicBezTo>
                  <a:pt x="257326" y="5930296"/>
                  <a:pt x="254506" y="5918965"/>
                  <a:pt x="272947" y="5897456"/>
                </a:cubicBezTo>
                <a:lnTo>
                  <a:pt x="302110" y="5763866"/>
                </a:lnTo>
                <a:cubicBezTo>
                  <a:pt x="289286" y="5751252"/>
                  <a:pt x="326941" y="5730258"/>
                  <a:pt x="311387" y="5718432"/>
                </a:cubicBezTo>
                <a:cubicBezTo>
                  <a:pt x="309659" y="5692261"/>
                  <a:pt x="290822" y="5641050"/>
                  <a:pt x="291749" y="5606846"/>
                </a:cubicBezTo>
                <a:cubicBezTo>
                  <a:pt x="355141" y="5518667"/>
                  <a:pt x="362905" y="5574781"/>
                  <a:pt x="386282" y="5513206"/>
                </a:cubicBezTo>
                <a:cubicBezTo>
                  <a:pt x="400400" y="5463532"/>
                  <a:pt x="435499" y="5431641"/>
                  <a:pt x="445799" y="5395474"/>
                </a:cubicBezTo>
                <a:lnTo>
                  <a:pt x="532017" y="5284615"/>
                </a:lnTo>
                <a:lnTo>
                  <a:pt x="506013" y="5187685"/>
                </a:lnTo>
                <a:cubicBezTo>
                  <a:pt x="539823" y="5141843"/>
                  <a:pt x="550113" y="5030691"/>
                  <a:pt x="604868" y="4966224"/>
                </a:cubicBezTo>
                <a:lnTo>
                  <a:pt x="739205" y="4844222"/>
                </a:lnTo>
                <a:lnTo>
                  <a:pt x="916267" y="4639226"/>
                </a:lnTo>
                <a:cubicBezTo>
                  <a:pt x="940414" y="4565414"/>
                  <a:pt x="921973" y="4546524"/>
                  <a:pt x="960970" y="4458968"/>
                </a:cubicBezTo>
                <a:cubicBezTo>
                  <a:pt x="944678" y="4442947"/>
                  <a:pt x="969490" y="4417006"/>
                  <a:pt x="974467" y="4400454"/>
                </a:cubicBezTo>
                <a:cubicBezTo>
                  <a:pt x="982773" y="4380936"/>
                  <a:pt x="1007298" y="4366877"/>
                  <a:pt x="1019252" y="4326337"/>
                </a:cubicBezTo>
                <a:cubicBezTo>
                  <a:pt x="1036267" y="4260393"/>
                  <a:pt x="1059530" y="4136055"/>
                  <a:pt x="1097435" y="4004432"/>
                </a:cubicBezTo>
                <a:cubicBezTo>
                  <a:pt x="1106825" y="3966554"/>
                  <a:pt x="1101080" y="3928762"/>
                  <a:pt x="1115477" y="3887430"/>
                </a:cubicBezTo>
                <a:lnTo>
                  <a:pt x="1129980" y="3841018"/>
                </a:lnTo>
                <a:lnTo>
                  <a:pt x="1128054" y="3833633"/>
                </a:lnTo>
                <a:lnTo>
                  <a:pt x="1144766" y="3703595"/>
                </a:lnTo>
                <a:cubicBezTo>
                  <a:pt x="1147066" y="3696849"/>
                  <a:pt x="1148103" y="3688315"/>
                  <a:pt x="1146269" y="3675779"/>
                </a:cubicBezTo>
                <a:lnTo>
                  <a:pt x="1145250" y="3673177"/>
                </a:lnTo>
                <a:cubicBezTo>
                  <a:pt x="1145215" y="3582027"/>
                  <a:pt x="1145179" y="3490877"/>
                  <a:pt x="1145144" y="3399727"/>
                </a:cubicBezTo>
                <a:cubicBezTo>
                  <a:pt x="1147083" y="3299532"/>
                  <a:pt x="1148035" y="3137700"/>
                  <a:pt x="1153102" y="3022588"/>
                </a:cubicBezTo>
                <a:cubicBezTo>
                  <a:pt x="1180646" y="2922794"/>
                  <a:pt x="1174532" y="2884035"/>
                  <a:pt x="1187493" y="2780324"/>
                </a:cubicBezTo>
                <a:cubicBezTo>
                  <a:pt x="1158375" y="2741828"/>
                  <a:pt x="1179569" y="2688494"/>
                  <a:pt x="1174471" y="2636046"/>
                </a:cubicBezTo>
                <a:cubicBezTo>
                  <a:pt x="1166636" y="2600315"/>
                  <a:pt x="1172113" y="2580363"/>
                  <a:pt x="1173030" y="2517573"/>
                </a:cubicBezTo>
                <a:lnTo>
                  <a:pt x="1179971" y="2259305"/>
                </a:lnTo>
                <a:cubicBezTo>
                  <a:pt x="1185659" y="2235860"/>
                  <a:pt x="1188526" y="2166165"/>
                  <a:pt x="1180091" y="2154737"/>
                </a:cubicBezTo>
                <a:cubicBezTo>
                  <a:pt x="1178839" y="2140566"/>
                  <a:pt x="1182896" y="2122956"/>
                  <a:pt x="1173497" y="2118139"/>
                </a:cubicBezTo>
                <a:cubicBezTo>
                  <a:pt x="1162334" y="2109329"/>
                  <a:pt x="1182925" y="2054984"/>
                  <a:pt x="1168754" y="2064932"/>
                </a:cubicBezTo>
                <a:cubicBezTo>
                  <a:pt x="1172297" y="2055306"/>
                  <a:pt x="1174348" y="2043912"/>
                  <a:pt x="1175360" y="2031780"/>
                </a:cubicBezTo>
                <a:lnTo>
                  <a:pt x="1175420" y="2025741"/>
                </a:lnTo>
                <a:lnTo>
                  <a:pt x="1192392" y="1985855"/>
                </a:lnTo>
                <a:cubicBezTo>
                  <a:pt x="1215175" y="1923519"/>
                  <a:pt x="1226212" y="1866045"/>
                  <a:pt x="1240537" y="1810891"/>
                </a:cubicBezTo>
                <a:cubicBezTo>
                  <a:pt x="1259067" y="1728006"/>
                  <a:pt x="1217317" y="1786031"/>
                  <a:pt x="1262324" y="1680343"/>
                </a:cubicBezTo>
                <a:cubicBezTo>
                  <a:pt x="1253348" y="1670409"/>
                  <a:pt x="1255203" y="1657385"/>
                  <a:pt x="1264475" y="1634781"/>
                </a:cubicBezTo>
                <a:cubicBezTo>
                  <a:pt x="1272659" y="1594593"/>
                  <a:pt x="1244427" y="1600697"/>
                  <a:pt x="1268425" y="1558391"/>
                </a:cubicBezTo>
                <a:lnTo>
                  <a:pt x="1263100" y="1489998"/>
                </a:lnTo>
                <a:cubicBezTo>
                  <a:pt x="1266865" y="1493313"/>
                  <a:pt x="1282717" y="1437353"/>
                  <a:pt x="1286195" y="1421105"/>
                </a:cubicBezTo>
                <a:cubicBezTo>
                  <a:pt x="1291230" y="1386887"/>
                  <a:pt x="1312727" y="1380369"/>
                  <a:pt x="1298315" y="1361656"/>
                </a:cubicBezTo>
                <a:lnTo>
                  <a:pt x="1294008" y="1357170"/>
                </a:lnTo>
                <a:lnTo>
                  <a:pt x="1295031" y="1349556"/>
                </a:lnTo>
                <a:cubicBezTo>
                  <a:pt x="1296189" y="1345624"/>
                  <a:pt x="1298003" y="1343687"/>
                  <a:pt x="1301170" y="1345177"/>
                </a:cubicBezTo>
                <a:cubicBezTo>
                  <a:pt x="1295263" y="1310433"/>
                  <a:pt x="1325388" y="1279763"/>
                  <a:pt x="1337115" y="1249089"/>
                </a:cubicBezTo>
                <a:cubicBezTo>
                  <a:pt x="1329895" y="1221954"/>
                  <a:pt x="1319987" y="1231008"/>
                  <a:pt x="1335308" y="1164961"/>
                </a:cubicBezTo>
                <a:lnTo>
                  <a:pt x="1365049" y="1102487"/>
                </a:lnTo>
                <a:lnTo>
                  <a:pt x="1380977" y="1051638"/>
                </a:lnTo>
                <a:lnTo>
                  <a:pt x="1360650" y="950605"/>
                </a:lnTo>
                <a:cubicBezTo>
                  <a:pt x="1355937" y="906205"/>
                  <a:pt x="1304757" y="948105"/>
                  <a:pt x="1321700" y="890133"/>
                </a:cubicBezTo>
                <a:cubicBezTo>
                  <a:pt x="1317159" y="848662"/>
                  <a:pt x="1301312" y="822322"/>
                  <a:pt x="1306943" y="779617"/>
                </a:cubicBezTo>
                <a:cubicBezTo>
                  <a:pt x="1295866" y="773001"/>
                  <a:pt x="1365734" y="737413"/>
                  <a:pt x="1379157" y="712462"/>
                </a:cubicBezTo>
                <a:cubicBezTo>
                  <a:pt x="1379148" y="666884"/>
                  <a:pt x="1363668" y="646426"/>
                  <a:pt x="1363659" y="600848"/>
                </a:cubicBezTo>
                <a:cubicBezTo>
                  <a:pt x="1348438" y="591261"/>
                  <a:pt x="1399800" y="523813"/>
                  <a:pt x="1382080" y="515581"/>
                </a:cubicBezTo>
                <a:cubicBezTo>
                  <a:pt x="1374807" y="490382"/>
                  <a:pt x="1380026" y="489229"/>
                  <a:pt x="1373630" y="455615"/>
                </a:cubicBezTo>
                <a:cubicBezTo>
                  <a:pt x="1416738" y="355936"/>
                  <a:pt x="1404304" y="400073"/>
                  <a:pt x="1413997" y="334926"/>
                </a:cubicBezTo>
                <a:cubicBezTo>
                  <a:pt x="1426411" y="275061"/>
                  <a:pt x="1398828" y="323811"/>
                  <a:pt x="1442766" y="236597"/>
                </a:cubicBezTo>
                <a:cubicBezTo>
                  <a:pt x="1447404" y="215198"/>
                  <a:pt x="1470995" y="203409"/>
                  <a:pt x="1470206" y="182099"/>
                </a:cubicBezTo>
                <a:cubicBezTo>
                  <a:pt x="1444766" y="154163"/>
                  <a:pt x="1500097" y="157505"/>
                  <a:pt x="1502900" y="143623"/>
                </a:cubicBezTo>
                <a:cubicBezTo>
                  <a:pt x="1502294" y="125456"/>
                  <a:pt x="1501687" y="107288"/>
                  <a:pt x="1501081" y="89121"/>
                </a:cubicBezTo>
                <a:cubicBezTo>
                  <a:pt x="1511343" y="67775"/>
                  <a:pt x="1521898" y="78177"/>
                  <a:pt x="1539225" y="52964"/>
                </a:cubicBezTo>
                <a:lnTo>
                  <a:pt x="155357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BDA325-4B50-4FFB-81B9-95576831F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8365" y="603622"/>
            <a:ext cx="4799189" cy="565993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41CE010-0ED4-3632-C50F-32BB3EC440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8" b="-3"/>
          <a:stretch>
            <a:fillRect/>
          </a:stretch>
        </p:blipFill>
        <p:spPr>
          <a:xfrm>
            <a:off x="6974214" y="755312"/>
            <a:ext cx="4447491" cy="5347376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A0895C2A-D37E-4F06-AE58-CC875F83C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9317" y="407547"/>
            <a:ext cx="924532" cy="422479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66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BD84E-BD6F-DDD3-B90C-4D0DEE88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Jak </a:t>
            </a:r>
            <a:r>
              <a:rPr lang="en-US" dirty="0" err="1"/>
              <a:t>funguje</a:t>
            </a:r>
            <a:r>
              <a:rPr lang="en-US" dirty="0"/>
              <a:t> </a:t>
            </a:r>
            <a:r>
              <a:rPr lang="en-US" dirty="0" err="1"/>
              <a:t>uvnitř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92249-A55C-7E23-294A-CC80DECD2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/>
          </a:p>
          <a:p>
            <a:r>
              <a:rPr lang="en-US" sz="2000"/>
              <a:t>Stavy hry</a:t>
            </a:r>
          </a:p>
          <a:p>
            <a:r>
              <a:rPr lang="en-US" sz="2000"/>
              <a:t>Hotspoty</a:t>
            </a:r>
          </a:p>
          <a:p>
            <a:r>
              <a:rPr lang="en-US" sz="2000"/>
              <a:t>Inventář</a:t>
            </a:r>
          </a:p>
          <a:p>
            <a:r>
              <a:rPr lang="en-US" sz="2000"/>
              <a:t>timer</a:t>
            </a:r>
          </a:p>
        </p:txBody>
      </p:sp>
      <p:pic>
        <p:nvPicPr>
          <p:cNvPr id="4" name="Picture 3" descr="A computer desk and chair in a room&#10;&#10;AI-generated content may be incorrect.">
            <a:extLst>
              <a:ext uri="{FF2B5EF4-FFF2-40B4-BE49-F238E27FC236}">
                <a16:creationId xmlns:a16="http://schemas.microsoft.com/office/drawing/2014/main" id="{76639F54-79D1-FF54-07FE-AAA27178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454" y="2466038"/>
            <a:ext cx="5861931" cy="3034641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1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D8974-0FB8-D576-1D5E-3D66A2FF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81026" cy="1322887"/>
          </a:xfrm>
        </p:spPr>
        <p:txBody>
          <a:bodyPr>
            <a:normAutofit/>
          </a:bodyPr>
          <a:lstStyle/>
          <a:p>
            <a:r>
              <a:rPr lang="en-US" dirty="0" err="1"/>
              <a:t>Inventář</a:t>
            </a:r>
            <a:r>
              <a:rPr lang="en-US" dirty="0"/>
              <a:t> a </a:t>
            </a:r>
            <a:r>
              <a:rPr lang="en-US" dirty="0" err="1"/>
              <a:t>interakce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8DAF-5871-AC8E-6342-B52443AA9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6573951" cy="3908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Sbírání předmětů</a:t>
            </a:r>
          </a:p>
          <a:p>
            <a:r>
              <a:rPr lang="en-US" sz="2000"/>
              <a:t>Použití</a:t>
            </a:r>
          </a:p>
          <a:p>
            <a:r>
              <a:rPr lang="en-US" sz="2000"/>
              <a:t>Reakce hry</a:t>
            </a:r>
          </a:p>
          <a:p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5CDE0B-4C49-EACF-32D3-A09A3262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586" y="846160"/>
            <a:ext cx="1211762" cy="519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79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B1E32-127C-8BBD-3BB2-2FB4BFB0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Grafika</a:t>
            </a:r>
            <a:r>
              <a:rPr lang="en-US" dirty="0"/>
              <a:t> a </a:t>
            </a:r>
            <a:r>
              <a:rPr lang="en-US" dirty="0" err="1"/>
              <a:t>návrh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CD38-C73C-16D5-DC50-6408D0115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Vlastní kresba (inkscape)</a:t>
            </a:r>
          </a:p>
          <a:p>
            <a:r>
              <a:rPr lang="en-US" sz="2000"/>
              <a:t>2 scény nakreslený</a:t>
            </a:r>
          </a:p>
          <a:p>
            <a:r>
              <a:rPr lang="en-US" sz="2000"/>
              <a:t>2 scény přes AI</a:t>
            </a:r>
          </a:p>
          <a:p>
            <a:r>
              <a:rPr lang="en-US" sz="2000"/>
              <a:t>Zvýraznění při najetí</a:t>
            </a:r>
          </a:p>
        </p:txBody>
      </p:sp>
      <p:pic>
        <p:nvPicPr>
          <p:cNvPr id="4" name="Picture 3" descr="A computer screen shot of a room&#10;&#10;AI-generated content may be incorrect.">
            <a:extLst>
              <a:ext uri="{FF2B5EF4-FFF2-40B4-BE49-F238E27FC236}">
                <a16:creationId xmlns:a16="http://schemas.microsoft.com/office/drawing/2014/main" id="{CFA3345F-2F11-877B-C73B-3158C6D81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764164"/>
            <a:ext cx="4737650" cy="33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2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C536B-C5A3-591D-B526-7975D3E3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en-US" dirty="0" err="1"/>
              <a:t>Problémy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6E1D2-9381-DFEF-4C14-2FF71DB16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7" y="2549718"/>
            <a:ext cx="5747857" cy="35529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S obrázkama ve WPF</a:t>
            </a:r>
          </a:p>
          <a:p>
            <a:r>
              <a:rPr lang="en-US" sz="2000"/>
              <a:t>Chyby v kódu</a:t>
            </a:r>
          </a:p>
          <a:p>
            <a:endParaRPr lang="en-US" sz="20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F5A9225-2507-24A1-B193-28365C523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70" b="1"/>
          <a:stretch>
            <a:fillRect/>
          </a:stretch>
        </p:blipFill>
        <p:spPr>
          <a:xfrm>
            <a:off x="7761092" y="771383"/>
            <a:ext cx="3684567" cy="5311922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1" y="5800300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8D91DE60-2C2D-4D7E-A6B4-C9499017D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2623" y="6128773"/>
            <a:ext cx="1201506" cy="36512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4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D6260-3088-84FA-12CF-69EBF5FF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 err="1"/>
              <a:t>Závěr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A7C8F-4EAD-010F-372D-F9D1D2599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Hotová hra</a:t>
            </a:r>
          </a:p>
          <a:p>
            <a:r>
              <a:rPr lang="en-US" sz="2000"/>
              <a:t>Možnosti vylepšní</a:t>
            </a:r>
          </a:p>
        </p:txBody>
      </p:sp>
      <p:pic>
        <p:nvPicPr>
          <p:cNvPr id="4" name="Picture 3" descr="A cartoon character sitting on a chair with a ball and chain&#10;&#10;AI-generated content may be incorrect.">
            <a:extLst>
              <a:ext uri="{FF2B5EF4-FFF2-40B4-BE49-F238E27FC236}">
                <a16:creationId xmlns:a16="http://schemas.microsoft.com/office/drawing/2014/main" id="{A1193DCC-3113-1F4D-4644-CFDC32B9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949544"/>
            <a:ext cx="4788505" cy="2226654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25F0-C0EA-9C92-FD69-E123ED0B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B4E6-4962-9F6F-FA3B-B392C2978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ra_prezentace">
            <a:hlinkClick r:id="" action="ppaction://media"/>
            <a:extLst>
              <a:ext uri="{FF2B5EF4-FFF2-40B4-BE49-F238E27FC236}">
                <a16:creationId xmlns:a16="http://schemas.microsoft.com/office/drawing/2014/main" id="{6C809055-C97E-7634-0E0E-747C3F1E99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94522" y="524013"/>
            <a:ext cx="10893286" cy="564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5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O čem hra je</vt:lpstr>
      <vt:lpstr>Jak se to hraje</vt:lpstr>
      <vt:lpstr>Jak je to dělané</vt:lpstr>
      <vt:lpstr>Jak funguje uvnitř</vt:lpstr>
      <vt:lpstr>Inventář a interakce</vt:lpstr>
      <vt:lpstr>Grafika a návrh</vt:lpstr>
      <vt:lpstr>Problémy</vt:lpstr>
      <vt:lpstr>Závěr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134</cp:revision>
  <dcterms:created xsi:type="dcterms:W3CDTF">2026-06-07T13:41:09Z</dcterms:created>
  <dcterms:modified xsi:type="dcterms:W3CDTF">2026-06-10T18:51:19Z</dcterms:modified>
</cp:coreProperties>
</file>